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6256000" cy="9144000"/>
  <p:notesSz cx="9144000" cy="16256000"/>
  <p:embeddedFontLst>
    <p:embeddedFont>
      <p:font typeface="Liter" charset="-122" pitchFamily="34"/>
      <p:regular r:id="rId20"/>
    </p:embeddedFont>
    <p:embeddedFont>
      <p:font typeface="Quattrocento 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Shape 1"/>
          <p:cNvSpPr/>
          <p:nvPr/>
        </p:nvSpPr>
        <p:spPr>
          <a:xfrm>
            <a:off x="6223000" y="2540000"/>
            <a:ext cx="3810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2"/>
          <p:cNvSpPr/>
          <p:nvPr/>
        </p:nvSpPr>
        <p:spPr>
          <a:xfrm>
            <a:off x="1778000" y="2921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spc="3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IEEE STUDENT BRANCH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3048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spc="6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INAUGURATION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6223000" y="4953000"/>
            <a:ext cx="3810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Text 5"/>
          <p:cNvSpPr/>
          <p:nvPr/>
        </p:nvSpPr>
        <p:spPr>
          <a:xfrm>
            <a:off x="2413000" y="546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Bharati Vidyapeeth (Deemed to be University) Pune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683000" y="6096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Computer Engineering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223000" y="6858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762000" y="8255000"/>
            <a:ext cx="14732000" cy="2540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13" name="Text 9"/>
          <p:cNvSpPr/>
          <p:nvPr/>
        </p:nvSpPr>
        <p:spPr>
          <a:xfrm>
            <a:off x="3683000" y="8382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spc="200" kern="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ADVANCING TECHNOLOGY FOR HUMANITY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1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Saraswati Vandana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762000" y="1968500"/>
            <a:ext cx="2286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Shape 3"/>
          <p:cNvSpPr/>
          <p:nvPr/>
        </p:nvSpPr>
        <p:spPr>
          <a:xfrm>
            <a:off x="7670800" y="2794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617061" y="8394"/>
                </a:moveTo>
                <a:cubicBezTo>
                  <a:pt x="626904" y="-2679"/>
                  <a:pt x="643096" y="-2679"/>
                  <a:pt x="652939" y="8394"/>
                </a:cubicBezTo>
                <a:lnTo>
                  <a:pt x="678339" y="36969"/>
                </a:lnTo>
                <a:cubicBezTo>
                  <a:pt x="688181" y="48042"/>
                  <a:pt x="688181" y="66258"/>
                  <a:pt x="678339" y="77331"/>
                </a:cubicBezTo>
                <a:lnTo>
                  <a:pt x="652939" y="105906"/>
                </a:lnTo>
                <a:cubicBezTo>
                  <a:pt x="643096" y="116979"/>
                  <a:pt x="626904" y="116979"/>
                  <a:pt x="617061" y="105906"/>
                </a:cubicBezTo>
                <a:lnTo>
                  <a:pt x="591661" y="77331"/>
                </a:lnTo>
                <a:cubicBezTo>
                  <a:pt x="581819" y="66258"/>
                  <a:pt x="581819" y="48042"/>
                  <a:pt x="591661" y="36969"/>
                </a:cubicBezTo>
                <a:lnTo>
                  <a:pt x="617061" y="8394"/>
                </a:lnTo>
                <a:close/>
                <a:moveTo>
                  <a:pt x="279400" y="285750"/>
                </a:moveTo>
                <a:cubicBezTo>
                  <a:pt x="262255" y="285750"/>
                  <a:pt x="246380" y="292179"/>
                  <a:pt x="233680" y="302895"/>
                </a:cubicBezTo>
                <a:cubicBezTo>
                  <a:pt x="211296" y="321826"/>
                  <a:pt x="179387" y="316825"/>
                  <a:pt x="162560" y="291465"/>
                </a:cubicBezTo>
                <a:cubicBezTo>
                  <a:pt x="145733" y="266105"/>
                  <a:pt x="150178" y="230386"/>
                  <a:pt x="172720" y="211455"/>
                </a:cubicBezTo>
                <a:cubicBezTo>
                  <a:pt x="202406" y="186273"/>
                  <a:pt x="239395" y="171450"/>
                  <a:pt x="279400" y="171450"/>
                </a:cubicBezTo>
                <a:cubicBezTo>
                  <a:pt x="377666" y="171450"/>
                  <a:pt x="457200" y="260925"/>
                  <a:pt x="457200" y="371475"/>
                </a:cubicBezTo>
                <a:cubicBezTo>
                  <a:pt x="457200" y="402193"/>
                  <a:pt x="451009" y="431304"/>
                  <a:pt x="440055" y="457200"/>
                </a:cubicBezTo>
                <a:lnTo>
                  <a:pt x="518954" y="457200"/>
                </a:lnTo>
                <a:cubicBezTo>
                  <a:pt x="539115" y="457200"/>
                  <a:pt x="558482" y="448270"/>
                  <a:pt x="572770" y="432018"/>
                </a:cubicBezTo>
                <a:lnTo>
                  <a:pt x="605631" y="395049"/>
                </a:lnTo>
                <a:cubicBezTo>
                  <a:pt x="635317" y="361652"/>
                  <a:pt x="675640" y="342721"/>
                  <a:pt x="717709" y="342721"/>
                </a:cubicBezTo>
                <a:cubicBezTo>
                  <a:pt x="805339" y="342721"/>
                  <a:pt x="876300" y="422553"/>
                  <a:pt x="876300" y="521137"/>
                </a:cubicBezTo>
                <a:lnTo>
                  <a:pt x="876300" y="692765"/>
                </a:lnTo>
                <a:cubicBezTo>
                  <a:pt x="876300" y="791349"/>
                  <a:pt x="805180" y="871359"/>
                  <a:pt x="717550" y="871359"/>
                </a:cubicBezTo>
                <a:cubicBezTo>
                  <a:pt x="629920" y="871359"/>
                  <a:pt x="558800" y="791527"/>
                  <a:pt x="558800" y="692944"/>
                </a:cubicBezTo>
                <a:lnTo>
                  <a:pt x="558800" y="685800"/>
                </a:lnTo>
                <a:cubicBezTo>
                  <a:pt x="558800" y="654189"/>
                  <a:pt x="581501" y="628650"/>
                  <a:pt x="609600" y="628650"/>
                </a:cubicBezTo>
                <a:cubicBezTo>
                  <a:pt x="637699" y="628650"/>
                  <a:pt x="660400" y="654189"/>
                  <a:pt x="660400" y="685800"/>
                </a:cubicBezTo>
                <a:lnTo>
                  <a:pt x="660400" y="692944"/>
                </a:lnTo>
                <a:cubicBezTo>
                  <a:pt x="660400" y="728484"/>
                  <a:pt x="685959" y="757238"/>
                  <a:pt x="717550" y="757238"/>
                </a:cubicBezTo>
                <a:cubicBezTo>
                  <a:pt x="749141" y="757238"/>
                  <a:pt x="774700" y="728484"/>
                  <a:pt x="774700" y="692944"/>
                </a:cubicBezTo>
                <a:lnTo>
                  <a:pt x="774700" y="521315"/>
                </a:lnTo>
                <a:cubicBezTo>
                  <a:pt x="774700" y="485954"/>
                  <a:pt x="749141" y="457200"/>
                  <a:pt x="717709" y="457200"/>
                </a:cubicBezTo>
                <a:cubicBezTo>
                  <a:pt x="702628" y="457200"/>
                  <a:pt x="688181" y="463987"/>
                  <a:pt x="677386" y="475952"/>
                </a:cubicBezTo>
                <a:lnTo>
                  <a:pt x="644525" y="512921"/>
                </a:lnTo>
                <a:cubicBezTo>
                  <a:pt x="611188" y="550426"/>
                  <a:pt x="566103" y="571500"/>
                  <a:pt x="518954" y="571500"/>
                </a:cubicBezTo>
                <a:lnTo>
                  <a:pt x="476409" y="571500"/>
                </a:lnTo>
                <a:cubicBezTo>
                  <a:pt x="496411" y="606504"/>
                  <a:pt x="508000" y="647938"/>
                  <a:pt x="508000" y="692944"/>
                </a:cubicBezTo>
                <a:cubicBezTo>
                  <a:pt x="508000" y="827246"/>
                  <a:pt x="404813" y="928688"/>
                  <a:pt x="285750" y="928688"/>
                </a:cubicBezTo>
                <a:cubicBezTo>
                  <a:pt x="166688" y="928688"/>
                  <a:pt x="63500" y="827246"/>
                  <a:pt x="63500" y="692944"/>
                </a:cubicBezTo>
                <a:cubicBezTo>
                  <a:pt x="63500" y="661333"/>
                  <a:pt x="86201" y="635794"/>
                  <a:pt x="114300" y="635794"/>
                </a:cubicBezTo>
                <a:cubicBezTo>
                  <a:pt x="142399" y="635794"/>
                  <a:pt x="165100" y="661333"/>
                  <a:pt x="165100" y="692944"/>
                </a:cubicBezTo>
                <a:cubicBezTo>
                  <a:pt x="165100" y="755987"/>
                  <a:pt x="215424" y="814388"/>
                  <a:pt x="285750" y="814388"/>
                </a:cubicBezTo>
                <a:cubicBezTo>
                  <a:pt x="356076" y="814388"/>
                  <a:pt x="406400" y="755987"/>
                  <a:pt x="406400" y="692944"/>
                </a:cubicBezTo>
                <a:cubicBezTo>
                  <a:pt x="406400" y="629900"/>
                  <a:pt x="356076" y="571500"/>
                  <a:pt x="285750" y="571500"/>
                </a:cubicBezTo>
                <a:lnTo>
                  <a:pt x="254000" y="571500"/>
                </a:lnTo>
                <a:cubicBezTo>
                  <a:pt x="225901" y="571500"/>
                  <a:pt x="203200" y="545961"/>
                  <a:pt x="203200" y="514350"/>
                </a:cubicBezTo>
                <a:cubicBezTo>
                  <a:pt x="203200" y="482739"/>
                  <a:pt x="225901" y="457200"/>
                  <a:pt x="254000" y="457200"/>
                </a:cubicBezTo>
                <a:lnTo>
                  <a:pt x="279400" y="457200"/>
                </a:lnTo>
                <a:cubicBezTo>
                  <a:pt x="321469" y="457200"/>
                  <a:pt x="355600" y="418802"/>
                  <a:pt x="355600" y="371475"/>
                </a:cubicBezTo>
                <a:cubicBezTo>
                  <a:pt x="355600" y="324148"/>
                  <a:pt x="321469" y="285750"/>
                  <a:pt x="279400" y="285750"/>
                </a:cubicBezTo>
                <a:close/>
                <a:moveTo>
                  <a:pt x="535146" y="107335"/>
                </a:moveTo>
                <a:cubicBezTo>
                  <a:pt x="517684" y="82689"/>
                  <a:pt x="485775" y="78403"/>
                  <a:pt x="463709" y="98048"/>
                </a:cubicBezTo>
                <a:cubicBezTo>
                  <a:pt x="441643" y="117693"/>
                  <a:pt x="437991" y="153591"/>
                  <a:pt x="455454" y="178415"/>
                </a:cubicBezTo>
                <a:cubicBezTo>
                  <a:pt x="496253" y="236101"/>
                  <a:pt x="562610" y="271463"/>
                  <a:pt x="635000" y="271463"/>
                </a:cubicBezTo>
                <a:cubicBezTo>
                  <a:pt x="707390" y="271463"/>
                  <a:pt x="773747" y="236101"/>
                  <a:pt x="814546" y="178415"/>
                </a:cubicBezTo>
                <a:cubicBezTo>
                  <a:pt x="832009" y="153769"/>
                  <a:pt x="828358" y="117693"/>
                  <a:pt x="806291" y="98048"/>
                </a:cubicBezTo>
                <a:cubicBezTo>
                  <a:pt x="784225" y="78403"/>
                  <a:pt x="752316" y="82510"/>
                  <a:pt x="734854" y="107335"/>
                </a:cubicBezTo>
                <a:cubicBezTo>
                  <a:pt x="714851" y="135731"/>
                  <a:pt x="678656" y="157163"/>
                  <a:pt x="635000" y="157163"/>
                </a:cubicBezTo>
                <a:cubicBezTo>
                  <a:pt x="591344" y="157163"/>
                  <a:pt x="555149" y="135731"/>
                  <a:pt x="535146" y="107335"/>
                </a:cubicBezTo>
                <a:close/>
              </a:path>
            </a:pathLst>
          </a:custGeom>
          <a:solidFill>
            <a:srgbClr val="003366"/>
          </a:solidFill>
          <a:ln/>
        </p:spPr>
      </p:sp>
      <p:sp>
        <p:nvSpPr>
          <p:cNvPr id="8" name="Text 4"/>
          <p:cNvSpPr/>
          <p:nvPr/>
        </p:nvSpPr>
        <p:spPr>
          <a:xfrm>
            <a:off x="2413000" y="3810000"/>
            <a:ext cx="1143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 Kundendu Tusharahara Dhavala,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 Shubhra Vastravrita,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 Vinavaradanda Manditakara,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 Shveta Padmasana,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 Brahmachyuta Shankara Prabhritibhi,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Devaih Sada Pujita,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 Mam Patu Saraswati Bhagavati,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Nihshesha Jadyapaha.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048000" y="70485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Salutations to Goddess Saraswati, the embodiment of knowledge, wisdom, and learning. May she bless this occasion and illuminate our path ahead.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762000" y="8255000"/>
            <a:ext cx="14732000" cy="25400"/>
          </a:xfrm>
          <a:prstGeom prst="rect">
            <a:avLst/>
          </a:prstGeom>
          <a:solidFill>
            <a:srgbClr val="5B8DB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1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Dignitaries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762000" y="1968500"/>
            <a:ext cx="1778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3"/>
          <p:cNvSpPr/>
          <p:nvPr/>
        </p:nvSpPr>
        <p:spPr>
          <a:xfrm>
            <a:off x="762000" y="2222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Esteemed Guests and Honored Dignitaries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524000" y="3048000"/>
            <a:ext cx="1778000" cy="177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108200" y="3632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214680" y="295275"/>
                  <a:pt x="141514" y="231255"/>
                  <a:pt x="141514" y="152400"/>
                </a:cubicBezTo>
                <a:cubicBezTo>
                  <a:pt x="141514" y="73545"/>
                  <a:pt x="214680" y="9525"/>
                  <a:pt x="304800" y="9525"/>
                </a:cubicBezTo>
                <a:cubicBezTo>
                  <a:pt x="394920" y="9525"/>
                  <a:pt x="468086" y="73545"/>
                  <a:pt x="468086" y="152400"/>
                </a:cubicBezTo>
                <a:cubicBezTo>
                  <a:pt x="468086" y="231255"/>
                  <a:pt x="394920" y="295275"/>
                  <a:pt x="304800" y="295275"/>
                </a:cubicBezTo>
                <a:close/>
                <a:moveTo>
                  <a:pt x="263298" y="361950"/>
                </a:moveTo>
                <a:lnTo>
                  <a:pt x="346302" y="361950"/>
                </a:lnTo>
                <a:cubicBezTo>
                  <a:pt x="359501" y="361950"/>
                  <a:pt x="370114" y="371237"/>
                  <a:pt x="370114" y="382786"/>
                </a:cubicBezTo>
                <a:cubicBezTo>
                  <a:pt x="370114" y="387787"/>
                  <a:pt x="368073" y="392549"/>
                  <a:pt x="364399" y="396359"/>
                </a:cubicBezTo>
                <a:lnTo>
                  <a:pt x="327116" y="434459"/>
                </a:lnTo>
                <a:lnTo>
                  <a:pt x="369298" y="571500"/>
                </a:lnTo>
                <a:lnTo>
                  <a:pt x="370114" y="571500"/>
                </a:lnTo>
                <a:lnTo>
                  <a:pt x="417195" y="406598"/>
                </a:lnTo>
                <a:cubicBezTo>
                  <a:pt x="420189" y="396240"/>
                  <a:pt x="432299" y="389930"/>
                  <a:pt x="443729" y="393740"/>
                </a:cubicBezTo>
                <a:cubicBezTo>
                  <a:pt x="527957" y="421838"/>
                  <a:pt x="587829" y="493276"/>
                  <a:pt x="587829" y="576858"/>
                </a:cubicBezTo>
                <a:cubicBezTo>
                  <a:pt x="587829" y="594836"/>
                  <a:pt x="571092" y="609481"/>
                  <a:pt x="550545" y="609481"/>
                </a:cubicBezTo>
                <a:lnTo>
                  <a:pt x="59055" y="609600"/>
                </a:lnTo>
                <a:cubicBezTo>
                  <a:pt x="38508" y="609600"/>
                  <a:pt x="21771" y="594955"/>
                  <a:pt x="21771" y="576977"/>
                </a:cubicBezTo>
                <a:cubicBezTo>
                  <a:pt x="21771" y="493395"/>
                  <a:pt x="81643" y="421958"/>
                  <a:pt x="165871" y="393859"/>
                </a:cubicBezTo>
                <a:cubicBezTo>
                  <a:pt x="177301" y="390049"/>
                  <a:pt x="189411" y="396359"/>
                  <a:pt x="192405" y="406718"/>
                </a:cubicBezTo>
                <a:lnTo>
                  <a:pt x="239486" y="571619"/>
                </a:lnTo>
                <a:lnTo>
                  <a:pt x="240302" y="571619"/>
                </a:lnTo>
                <a:lnTo>
                  <a:pt x="282484" y="434578"/>
                </a:lnTo>
                <a:lnTo>
                  <a:pt x="245201" y="396478"/>
                </a:lnTo>
                <a:cubicBezTo>
                  <a:pt x="241527" y="392668"/>
                  <a:pt x="239486" y="387906"/>
                  <a:pt x="239486" y="382905"/>
                </a:cubicBezTo>
                <a:cubicBezTo>
                  <a:pt x="239486" y="371356"/>
                  <a:pt x="250099" y="362069"/>
                  <a:pt x="263298" y="362069"/>
                </a:cubicBez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10" name="Text 6"/>
          <p:cNvSpPr/>
          <p:nvPr/>
        </p:nvSpPr>
        <p:spPr>
          <a:xfrm>
            <a:off x="1016000" y="5080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Dignitary Name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62000" y="5524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Designation, Affiliation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826000" y="3048000"/>
            <a:ext cx="1778000" cy="177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10200" y="3632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214680" y="295275"/>
                  <a:pt x="141514" y="231255"/>
                  <a:pt x="141514" y="152400"/>
                </a:cubicBezTo>
                <a:cubicBezTo>
                  <a:pt x="141514" y="73545"/>
                  <a:pt x="214680" y="9525"/>
                  <a:pt x="304800" y="9525"/>
                </a:cubicBezTo>
                <a:cubicBezTo>
                  <a:pt x="394920" y="9525"/>
                  <a:pt x="468086" y="73545"/>
                  <a:pt x="468086" y="152400"/>
                </a:cubicBezTo>
                <a:cubicBezTo>
                  <a:pt x="468086" y="231255"/>
                  <a:pt x="394920" y="295275"/>
                  <a:pt x="304800" y="295275"/>
                </a:cubicBezTo>
                <a:close/>
                <a:moveTo>
                  <a:pt x="263298" y="361950"/>
                </a:moveTo>
                <a:lnTo>
                  <a:pt x="346302" y="361950"/>
                </a:lnTo>
                <a:cubicBezTo>
                  <a:pt x="359501" y="361950"/>
                  <a:pt x="370114" y="371237"/>
                  <a:pt x="370114" y="382786"/>
                </a:cubicBezTo>
                <a:cubicBezTo>
                  <a:pt x="370114" y="387787"/>
                  <a:pt x="368073" y="392549"/>
                  <a:pt x="364399" y="396359"/>
                </a:cubicBezTo>
                <a:lnTo>
                  <a:pt x="327116" y="434459"/>
                </a:lnTo>
                <a:lnTo>
                  <a:pt x="369298" y="571500"/>
                </a:lnTo>
                <a:lnTo>
                  <a:pt x="370114" y="571500"/>
                </a:lnTo>
                <a:lnTo>
                  <a:pt x="417195" y="406598"/>
                </a:lnTo>
                <a:cubicBezTo>
                  <a:pt x="420189" y="396240"/>
                  <a:pt x="432299" y="389930"/>
                  <a:pt x="443729" y="393740"/>
                </a:cubicBezTo>
                <a:cubicBezTo>
                  <a:pt x="527957" y="421838"/>
                  <a:pt x="587829" y="493276"/>
                  <a:pt x="587829" y="576858"/>
                </a:cubicBezTo>
                <a:cubicBezTo>
                  <a:pt x="587829" y="594836"/>
                  <a:pt x="571092" y="609481"/>
                  <a:pt x="550545" y="609481"/>
                </a:cubicBezTo>
                <a:lnTo>
                  <a:pt x="59055" y="609600"/>
                </a:lnTo>
                <a:cubicBezTo>
                  <a:pt x="38508" y="609600"/>
                  <a:pt x="21771" y="594955"/>
                  <a:pt x="21771" y="576977"/>
                </a:cubicBezTo>
                <a:cubicBezTo>
                  <a:pt x="21771" y="493395"/>
                  <a:pt x="81643" y="421958"/>
                  <a:pt x="165871" y="393859"/>
                </a:cubicBezTo>
                <a:cubicBezTo>
                  <a:pt x="177301" y="390049"/>
                  <a:pt x="189411" y="396359"/>
                  <a:pt x="192405" y="406718"/>
                </a:cubicBezTo>
                <a:lnTo>
                  <a:pt x="239486" y="571619"/>
                </a:lnTo>
                <a:lnTo>
                  <a:pt x="240302" y="571619"/>
                </a:lnTo>
                <a:lnTo>
                  <a:pt x="282484" y="434578"/>
                </a:lnTo>
                <a:lnTo>
                  <a:pt x="245201" y="396478"/>
                </a:lnTo>
                <a:cubicBezTo>
                  <a:pt x="241527" y="392668"/>
                  <a:pt x="239486" y="387906"/>
                  <a:pt x="239486" y="382905"/>
                </a:cubicBezTo>
                <a:cubicBezTo>
                  <a:pt x="239486" y="371356"/>
                  <a:pt x="250099" y="362069"/>
                  <a:pt x="263298" y="362069"/>
                </a:cubicBez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14" name="Text 10"/>
          <p:cNvSpPr/>
          <p:nvPr/>
        </p:nvSpPr>
        <p:spPr>
          <a:xfrm>
            <a:off x="4318000" y="5080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Dignitary Name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064000" y="5524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Designation, Affiliation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28000" y="3048000"/>
            <a:ext cx="1778000" cy="177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712200" y="3632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214680" y="295275"/>
                  <a:pt x="141514" y="231255"/>
                  <a:pt x="141514" y="152400"/>
                </a:cubicBezTo>
                <a:cubicBezTo>
                  <a:pt x="141514" y="73545"/>
                  <a:pt x="214680" y="9525"/>
                  <a:pt x="304800" y="9525"/>
                </a:cubicBezTo>
                <a:cubicBezTo>
                  <a:pt x="394920" y="9525"/>
                  <a:pt x="468086" y="73545"/>
                  <a:pt x="468086" y="152400"/>
                </a:cubicBezTo>
                <a:cubicBezTo>
                  <a:pt x="468086" y="231255"/>
                  <a:pt x="394920" y="295275"/>
                  <a:pt x="304800" y="295275"/>
                </a:cubicBezTo>
                <a:close/>
                <a:moveTo>
                  <a:pt x="263298" y="361950"/>
                </a:moveTo>
                <a:lnTo>
                  <a:pt x="346302" y="361950"/>
                </a:lnTo>
                <a:cubicBezTo>
                  <a:pt x="359501" y="361950"/>
                  <a:pt x="370114" y="371237"/>
                  <a:pt x="370114" y="382786"/>
                </a:cubicBezTo>
                <a:cubicBezTo>
                  <a:pt x="370114" y="387787"/>
                  <a:pt x="368073" y="392549"/>
                  <a:pt x="364399" y="396359"/>
                </a:cubicBezTo>
                <a:lnTo>
                  <a:pt x="327116" y="434459"/>
                </a:lnTo>
                <a:lnTo>
                  <a:pt x="369298" y="571500"/>
                </a:lnTo>
                <a:lnTo>
                  <a:pt x="370114" y="571500"/>
                </a:lnTo>
                <a:lnTo>
                  <a:pt x="417195" y="406598"/>
                </a:lnTo>
                <a:cubicBezTo>
                  <a:pt x="420189" y="396240"/>
                  <a:pt x="432299" y="389930"/>
                  <a:pt x="443729" y="393740"/>
                </a:cubicBezTo>
                <a:cubicBezTo>
                  <a:pt x="527957" y="421838"/>
                  <a:pt x="587829" y="493276"/>
                  <a:pt x="587829" y="576858"/>
                </a:cubicBezTo>
                <a:cubicBezTo>
                  <a:pt x="587829" y="594836"/>
                  <a:pt x="571092" y="609481"/>
                  <a:pt x="550545" y="609481"/>
                </a:cubicBezTo>
                <a:lnTo>
                  <a:pt x="59055" y="609600"/>
                </a:lnTo>
                <a:cubicBezTo>
                  <a:pt x="38508" y="609600"/>
                  <a:pt x="21771" y="594955"/>
                  <a:pt x="21771" y="576977"/>
                </a:cubicBezTo>
                <a:cubicBezTo>
                  <a:pt x="21771" y="493395"/>
                  <a:pt x="81643" y="421958"/>
                  <a:pt x="165871" y="393859"/>
                </a:cubicBezTo>
                <a:cubicBezTo>
                  <a:pt x="177301" y="390049"/>
                  <a:pt x="189411" y="396359"/>
                  <a:pt x="192405" y="406718"/>
                </a:cubicBezTo>
                <a:lnTo>
                  <a:pt x="239486" y="571619"/>
                </a:lnTo>
                <a:lnTo>
                  <a:pt x="240302" y="571619"/>
                </a:lnTo>
                <a:lnTo>
                  <a:pt x="282484" y="434578"/>
                </a:lnTo>
                <a:lnTo>
                  <a:pt x="245201" y="396478"/>
                </a:lnTo>
                <a:cubicBezTo>
                  <a:pt x="241527" y="392668"/>
                  <a:pt x="239486" y="387906"/>
                  <a:pt x="239486" y="382905"/>
                </a:cubicBezTo>
                <a:cubicBezTo>
                  <a:pt x="239486" y="371356"/>
                  <a:pt x="250099" y="362069"/>
                  <a:pt x="263298" y="362069"/>
                </a:cubicBez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18" name="Text 14"/>
          <p:cNvSpPr/>
          <p:nvPr/>
        </p:nvSpPr>
        <p:spPr>
          <a:xfrm>
            <a:off x="7620000" y="5080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Dignitary Name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7366000" y="5524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Designation, Affiliation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11430000" y="3048000"/>
            <a:ext cx="1778000" cy="177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2014200" y="3632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214680" y="295275"/>
                  <a:pt x="141514" y="231255"/>
                  <a:pt x="141514" y="152400"/>
                </a:cubicBezTo>
                <a:cubicBezTo>
                  <a:pt x="141514" y="73545"/>
                  <a:pt x="214680" y="9525"/>
                  <a:pt x="304800" y="9525"/>
                </a:cubicBezTo>
                <a:cubicBezTo>
                  <a:pt x="394920" y="9525"/>
                  <a:pt x="468086" y="73545"/>
                  <a:pt x="468086" y="152400"/>
                </a:cubicBezTo>
                <a:cubicBezTo>
                  <a:pt x="468086" y="231255"/>
                  <a:pt x="394920" y="295275"/>
                  <a:pt x="304800" y="295275"/>
                </a:cubicBezTo>
                <a:close/>
                <a:moveTo>
                  <a:pt x="263298" y="361950"/>
                </a:moveTo>
                <a:lnTo>
                  <a:pt x="346302" y="361950"/>
                </a:lnTo>
                <a:cubicBezTo>
                  <a:pt x="359501" y="361950"/>
                  <a:pt x="370114" y="371237"/>
                  <a:pt x="370114" y="382786"/>
                </a:cubicBezTo>
                <a:cubicBezTo>
                  <a:pt x="370114" y="387787"/>
                  <a:pt x="368073" y="392549"/>
                  <a:pt x="364399" y="396359"/>
                </a:cubicBezTo>
                <a:lnTo>
                  <a:pt x="327116" y="434459"/>
                </a:lnTo>
                <a:lnTo>
                  <a:pt x="369298" y="571500"/>
                </a:lnTo>
                <a:lnTo>
                  <a:pt x="370114" y="571500"/>
                </a:lnTo>
                <a:lnTo>
                  <a:pt x="417195" y="406598"/>
                </a:lnTo>
                <a:cubicBezTo>
                  <a:pt x="420189" y="396240"/>
                  <a:pt x="432299" y="389930"/>
                  <a:pt x="443729" y="393740"/>
                </a:cubicBezTo>
                <a:cubicBezTo>
                  <a:pt x="527957" y="421838"/>
                  <a:pt x="587829" y="493276"/>
                  <a:pt x="587829" y="576858"/>
                </a:cubicBezTo>
                <a:cubicBezTo>
                  <a:pt x="587829" y="594836"/>
                  <a:pt x="571092" y="609481"/>
                  <a:pt x="550545" y="609481"/>
                </a:cubicBezTo>
                <a:lnTo>
                  <a:pt x="59055" y="609600"/>
                </a:lnTo>
                <a:cubicBezTo>
                  <a:pt x="38508" y="609600"/>
                  <a:pt x="21771" y="594955"/>
                  <a:pt x="21771" y="576977"/>
                </a:cubicBezTo>
                <a:cubicBezTo>
                  <a:pt x="21771" y="493395"/>
                  <a:pt x="81643" y="421958"/>
                  <a:pt x="165871" y="393859"/>
                </a:cubicBezTo>
                <a:cubicBezTo>
                  <a:pt x="177301" y="390049"/>
                  <a:pt x="189411" y="396359"/>
                  <a:pt x="192405" y="406718"/>
                </a:cubicBezTo>
                <a:lnTo>
                  <a:pt x="239486" y="571619"/>
                </a:lnTo>
                <a:lnTo>
                  <a:pt x="240302" y="571619"/>
                </a:lnTo>
                <a:lnTo>
                  <a:pt x="282484" y="434578"/>
                </a:lnTo>
                <a:lnTo>
                  <a:pt x="245201" y="396478"/>
                </a:lnTo>
                <a:cubicBezTo>
                  <a:pt x="241527" y="392668"/>
                  <a:pt x="239486" y="387906"/>
                  <a:pt x="239486" y="382905"/>
                </a:cubicBezTo>
                <a:cubicBezTo>
                  <a:pt x="239486" y="371356"/>
                  <a:pt x="250099" y="362069"/>
                  <a:pt x="263298" y="362069"/>
                </a:cubicBez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22" name="Text 18"/>
          <p:cNvSpPr/>
          <p:nvPr/>
        </p:nvSpPr>
        <p:spPr>
          <a:xfrm>
            <a:off x="10922000" y="5080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Dignitary Name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0668000" y="5524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Designation, Affiliation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762000" y="8255000"/>
            <a:ext cx="14732000" cy="25400"/>
          </a:xfrm>
          <a:prstGeom prst="rect">
            <a:avLst/>
          </a:prstGeom>
          <a:solidFill>
            <a:srgbClr val="5B8DB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1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Logo Reveal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762000" y="1968500"/>
            <a:ext cx="1778000" cy="38100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7" name="Image 2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88000" y="2540000"/>
            <a:ext cx="5080000" cy="19431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83000" y="4953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spc="4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IEEE STUDENT BRANCH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3683000" y="5715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Bharati Vidyapeeth (Deemed to be University) Pune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6223000" y="6477000"/>
            <a:ext cx="3810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6"/>
          <p:cNvSpPr/>
          <p:nvPr/>
        </p:nvSpPr>
        <p:spPr>
          <a:xfrm>
            <a:off x="3683000" y="6731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spc="200" kern="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ADVANCING TECHNOLOGY FOR HUMANITY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62000" y="8255000"/>
            <a:ext cx="14732000" cy="25400"/>
          </a:xfrm>
          <a:prstGeom prst="rect">
            <a:avLst/>
          </a:prstGeom>
          <a:solidFill>
            <a:srgbClr val="5B8DB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1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Team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762000" y="1968500"/>
            <a:ext cx="1524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3"/>
          <p:cNvSpPr/>
          <p:nvPr/>
        </p:nvSpPr>
        <p:spPr>
          <a:xfrm>
            <a:off x="762000" y="2222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dedicated team behind IEEE Student Branch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270000" y="3048000"/>
            <a:ext cx="1524000" cy="152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727200" y="3505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394920" y="295275"/>
                  <a:pt x="468086" y="231255"/>
                  <a:pt x="468086" y="152400"/>
                </a:cubicBezTo>
                <a:cubicBezTo>
                  <a:pt x="468086" y="73545"/>
                  <a:pt x="394920" y="9525"/>
                  <a:pt x="304800" y="9525"/>
                </a:cubicBezTo>
                <a:cubicBezTo>
                  <a:pt x="214680" y="9525"/>
                  <a:pt x="141514" y="73545"/>
                  <a:pt x="141514" y="152400"/>
                </a:cubicBezTo>
                <a:cubicBezTo>
                  <a:pt x="141514" y="231255"/>
                  <a:pt x="214680" y="295275"/>
                  <a:pt x="304800" y="295275"/>
                </a:cubicBezTo>
                <a:close/>
                <a:moveTo>
                  <a:pt x="264387" y="361950"/>
                </a:moveTo>
                <a:cubicBezTo>
                  <a:pt x="130356" y="361950"/>
                  <a:pt x="21771" y="456962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456962"/>
                  <a:pt x="479244" y="361950"/>
                  <a:pt x="345213" y="361950"/>
                </a:cubicBezTo>
                <a:lnTo>
                  <a:pt x="264387" y="361950"/>
                </a:ln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10" name="Text 6"/>
          <p:cNvSpPr/>
          <p:nvPr/>
        </p:nvSpPr>
        <p:spPr>
          <a:xfrm>
            <a:off x="889000" y="4762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Name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62000" y="5143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/ Position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810000" y="3048000"/>
            <a:ext cx="1524000" cy="152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67200" y="3505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394920" y="295275"/>
                  <a:pt x="468086" y="231255"/>
                  <a:pt x="468086" y="152400"/>
                </a:cubicBezTo>
                <a:cubicBezTo>
                  <a:pt x="468086" y="73545"/>
                  <a:pt x="394920" y="9525"/>
                  <a:pt x="304800" y="9525"/>
                </a:cubicBezTo>
                <a:cubicBezTo>
                  <a:pt x="214680" y="9525"/>
                  <a:pt x="141514" y="73545"/>
                  <a:pt x="141514" y="152400"/>
                </a:cubicBezTo>
                <a:cubicBezTo>
                  <a:pt x="141514" y="231255"/>
                  <a:pt x="214680" y="295275"/>
                  <a:pt x="304800" y="295275"/>
                </a:cubicBezTo>
                <a:close/>
                <a:moveTo>
                  <a:pt x="264387" y="361950"/>
                </a:moveTo>
                <a:cubicBezTo>
                  <a:pt x="130356" y="361950"/>
                  <a:pt x="21771" y="456962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456962"/>
                  <a:pt x="479244" y="361950"/>
                  <a:pt x="345213" y="361950"/>
                </a:cubicBezTo>
                <a:lnTo>
                  <a:pt x="264387" y="361950"/>
                </a:ln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14" name="Text 10"/>
          <p:cNvSpPr/>
          <p:nvPr/>
        </p:nvSpPr>
        <p:spPr>
          <a:xfrm>
            <a:off x="3429000" y="4762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Name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302000" y="5143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/ Position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50000" y="3048000"/>
            <a:ext cx="1524000" cy="152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07200" y="3505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394920" y="295275"/>
                  <a:pt x="468086" y="231255"/>
                  <a:pt x="468086" y="152400"/>
                </a:cubicBezTo>
                <a:cubicBezTo>
                  <a:pt x="468086" y="73545"/>
                  <a:pt x="394920" y="9525"/>
                  <a:pt x="304800" y="9525"/>
                </a:cubicBezTo>
                <a:cubicBezTo>
                  <a:pt x="214680" y="9525"/>
                  <a:pt x="141514" y="73545"/>
                  <a:pt x="141514" y="152400"/>
                </a:cubicBezTo>
                <a:cubicBezTo>
                  <a:pt x="141514" y="231255"/>
                  <a:pt x="214680" y="295275"/>
                  <a:pt x="304800" y="295275"/>
                </a:cubicBezTo>
                <a:close/>
                <a:moveTo>
                  <a:pt x="264387" y="361950"/>
                </a:moveTo>
                <a:cubicBezTo>
                  <a:pt x="130356" y="361950"/>
                  <a:pt x="21771" y="456962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456962"/>
                  <a:pt x="479244" y="361950"/>
                  <a:pt x="345213" y="361950"/>
                </a:cubicBezTo>
                <a:lnTo>
                  <a:pt x="264387" y="361950"/>
                </a:ln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18" name="Text 14"/>
          <p:cNvSpPr/>
          <p:nvPr/>
        </p:nvSpPr>
        <p:spPr>
          <a:xfrm>
            <a:off x="5969000" y="4762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Name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842000" y="5143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/ Position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890000" y="3048000"/>
            <a:ext cx="1524000" cy="152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347200" y="3505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394920" y="295275"/>
                  <a:pt x="468086" y="231255"/>
                  <a:pt x="468086" y="152400"/>
                </a:cubicBezTo>
                <a:cubicBezTo>
                  <a:pt x="468086" y="73545"/>
                  <a:pt x="394920" y="9525"/>
                  <a:pt x="304800" y="9525"/>
                </a:cubicBezTo>
                <a:cubicBezTo>
                  <a:pt x="214680" y="9525"/>
                  <a:pt x="141514" y="73545"/>
                  <a:pt x="141514" y="152400"/>
                </a:cubicBezTo>
                <a:cubicBezTo>
                  <a:pt x="141514" y="231255"/>
                  <a:pt x="214680" y="295275"/>
                  <a:pt x="304800" y="295275"/>
                </a:cubicBezTo>
                <a:close/>
                <a:moveTo>
                  <a:pt x="264387" y="361950"/>
                </a:moveTo>
                <a:cubicBezTo>
                  <a:pt x="130356" y="361950"/>
                  <a:pt x="21771" y="456962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456962"/>
                  <a:pt x="479244" y="361950"/>
                  <a:pt x="345213" y="361950"/>
                </a:cubicBezTo>
                <a:lnTo>
                  <a:pt x="264387" y="361950"/>
                </a:ln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22" name="Text 18"/>
          <p:cNvSpPr/>
          <p:nvPr/>
        </p:nvSpPr>
        <p:spPr>
          <a:xfrm>
            <a:off x="8509000" y="4762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Name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382000" y="5143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/ Position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11430000" y="3048000"/>
            <a:ext cx="1524000" cy="152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887200" y="3505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394920" y="295275"/>
                  <a:pt x="468086" y="231255"/>
                  <a:pt x="468086" y="152400"/>
                </a:cubicBezTo>
                <a:cubicBezTo>
                  <a:pt x="468086" y="73545"/>
                  <a:pt x="394920" y="9525"/>
                  <a:pt x="304800" y="9525"/>
                </a:cubicBezTo>
                <a:cubicBezTo>
                  <a:pt x="214680" y="9525"/>
                  <a:pt x="141514" y="73545"/>
                  <a:pt x="141514" y="152400"/>
                </a:cubicBezTo>
                <a:cubicBezTo>
                  <a:pt x="141514" y="231255"/>
                  <a:pt x="214680" y="295275"/>
                  <a:pt x="304800" y="295275"/>
                </a:cubicBezTo>
                <a:close/>
                <a:moveTo>
                  <a:pt x="264387" y="361950"/>
                </a:moveTo>
                <a:cubicBezTo>
                  <a:pt x="130356" y="361950"/>
                  <a:pt x="21771" y="456962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456962"/>
                  <a:pt x="479244" y="361950"/>
                  <a:pt x="345213" y="361950"/>
                </a:cubicBezTo>
                <a:lnTo>
                  <a:pt x="264387" y="361950"/>
                </a:ln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26" name="Text 22"/>
          <p:cNvSpPr/>
          <p:nvPr/>
        </p:nvSpPr>
        <p:spPr>
          <a:xfrm>
            <a:off x="11049000" y="4762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Name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10922000" y="5143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/ Position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2540000" y="6096000"/>
            <a:ext cx="1524000" cy="152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997200" y="655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394920" y="295275"/>
                  <a:pt x="468086" y="231255"/>
                  <a:pt x="468086" y="152400"/>
                </a:cubicBezTo>
                <a:cubicBezTo>
                  <a:pt x="468086" y="73545"/>
                  <a:pt x="394920" y="9525"/>
                  <a:pt x="304800" y="9525"/>
                </a:cubicBezTo>
                <a:cubicBezTo>
                  <a:pt x="214680" y="9525"/>
                  <a:pt x="141514" y="73545"/>
                  <a:pt x="141514" y="152400"/>
                </a:cubicBezTo>
                <a:cubicBezTo>
                  <a:pt x="141514" y="231255"/>
                  <a:pt x="214680" y="295275"/>
                  <a:pt x="304800" y="295275"/>
                </a:cubicBezTo>
                <a:close/>
                <a:moveTo>
                  <a:pt x="264387" y="361950"/>
                </a:moveTo>
                <a:cubicBezTo>
                  <a:pt x="130356" y="361950"/>
                  <a:pt x="21771" y="456962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456962"/>
                  <a:pt x="479244" y="361950"/>
                  <a:pt x="345213" y="361950"/>
                </a:cubicBezTo>
                <a:lnTo>
                  <a:pt x="264387" y="361950"/>
                </a:ln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30" name="Text 26"/>
          <p:cNvSpPr/>
          <p:nvPr/>
        </p:nvSpPr>
        <p:spPr>
          <a:xfrm>
            <a:off x="2159000" y="7810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Name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2032000" y="8191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/ Position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080000" y="6096000"/>
            <a:ext cx="1524000" cy="152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537200" y="655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394920" y="295275"/>
                  <a:pt x="468086" y="231255"/>
                  <a:pt x="468086" y="152400"/>
                </a:cubicBezTo>
                <a:cubicBezTo>
                  <a:pt x="468086" y="73545"/>
                  <a:pt x="394920" y="9525"/>
                  <a:pt x="304800" y="9525"/>
                </a:cubicBezTo>
                <a:cubicBezTo>
                  <a:pt x="214680" y="9525"/>
                  <a:pt x="141514" y="73545"/>
                  <a:pt x="141514" y="152400"/>
                </a:cubicBezTo>
                <a:cubicBezTo>
                  <a:pt x="141514" y="231255"/>
                  <a:pt x="214680" y="295275"/>
                  <a:pt x="304800" y="295275"/>
                </a:cubicBezTo>
                <a:close/>
                <a:moveTo>
                  <a:pt x="264387" y="361950"/>
                </a:moveTo>
                <a:cubicBezTo>
                  <a:pt x="130356" y="361950"/>
                  <a:pt x="21771" y="456962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456962"/>
                  <a:pt x="479244" y="361950"/>
                  <a:pt x="345213" y="361950"/>
                </a:cubicBezTo>
                <a:lnTo>
                  <a:pt x="264387" y="361950"/>
                </a:ln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34" name="Text 30"/>
          <p:cNvSpPr/>
          <p:nvPr/>
        </p:nvSpPr>
        <p:spPr>
          <a:xfrm>
            <a:off x="4699000" y="7810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Name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4572000" y="8191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/ Position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7620000" y="6096000"/>
            <a:ext cx="1524000" cy="152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077200" y="655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394920" y="295275"/>
                  <a:pt x="468086" y="231255"/>
                  <a:pt x="468086" y="152400"/>
                </a:cubicBezTo>
                <a:cubicBezTo>
                  <a:pt x="468086" y="73545"/>
                  <a:pt x="394920" y="9525"/>
                  <a:pt x="304800" y="9525"/>
                </a:cubicBezTo>
                <a:cubicBezTo>
                  <a:pt x="214680" y="9525"/>
                  <a:pt x="141514" y="73545"/>
                  <a:pt x="141514" y="152400"/>
                </a:cubicBezTo>
                <a:cubicBezTo>
                  <a:pt x="141514" y="231255"/>
                  <a:pt x="214680" y="295275"/>
                  <a:pt x="304800" y="295275"/>
                </a:cubicBezTo>
                <a:close/>
                <a:moveTo>
                  <a:pt x="264387" y="361950"/>
                </a:moveTo>
                <a:cubicBezTo>
                  <a:pt x="130356" y="361950"/>
                  <a:pt x="21771" y="456962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456962"/>
                  <a:pt x="479244" y="361950"/>
                  <a:pt x="345213" y="361950"/>
                </a:cubicBezTo>
                <a:lnTo>
                  <a:pt x="264387" y="361950"/>
                </a:ln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38" name="Text 34"/>
          <p:cNvSpPr/>
          <p:nvPr/>
        </p:nvSpPr>
        <p:spPr>
          <a:xfrm>
            <a:off x="7239000" y="7810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Name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7112000" y="8191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/ Position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10160000" y="6096000"/>
            <a:ext cx="1524000" cy="1524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0617200" y="655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394920" y="295275"/>
                  <a:pt x="468086" y="231255"/>
                  <a:pt x="468086" y="152400"/>
                </a:cubicBezTo>
                <a:cubicBezTo>
                  <a:pt x="468086" y="73545"/>
                  <a:pt x="394920" y="9525"/>
                  <a:pt x="304800" y="9525"/>
                </a:cubicBezTo>
                <a:cubicBezTo>
                  <a:pt x="214680" y="9525"/>
                  <a:pt x="141514" y="73545"/>
                  <a:pt x="141514" y="152400"/>
                </a:cubicBezTo>
                <a:cubicBezTo>
                  <a:pt x="141514" y="231255"/>
                  <a:pt x="214680" y="295275"/>
                  <a:pt x="304800" y="295275"/>
                </a:cubicBezTo>
                <a:close/>
                <a:moveTo>
                  <a:pt x="264387" y="361950"/>
                </a:moveTo>
                <a:cubicBezTo>
                  <a:pt x="130356" y="361950"/>
                  <a:pt x="21771" y="456962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456962"/>
                  <a:pt x="479244" y="361950"/>
                  <a:pt x="345213" y="361950"/>
                </a:cubicBezTo>
                <a:lnTo>
                  <a:pt x="264387" y="361950"/>
                </a:ln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42" name="Text 38"/>
          <p:cNvSpPr/>
          <p:nvPr/>
        </p:nvSpPr>
        <p:spPr>
          <a:xfrm>
            <a:off x="9779000" y="7810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Name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9652000" y="8191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/ Position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1"/>
          <p:cNvSpPr/>
          <p:nvPr/>
        </p:nvSpPr>
        <p:spPr>
          <a:xfrm>
            <a:off x="762000" y="127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Chair &amp; Vice Chair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762000" y="1968500"/>
            <a:ext cx="2540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3"/>
          <p:cNvSpPr/>
          <p:nvPr/>
        </p:nvSpPr>
        <p:spPr>
          <a:xfrm>
            <a:off x="762000" y="2222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leaders heading the IEEE Student Branch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2540000" y="3048000"/>
            <a:ext cx="2032000" cy="203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098800" y="36068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92511" y="-23217"/>
                </a:moveTo>
                <a:cubicBezTo>
                  <a:pt x="469242" y="-27325"/>
                  <a:pt x="445362" y="-27325"/>
                  <a:pt x="422094" y="-23217"/>
                </a:cubicBezTo>
                <a:lnTo>
                  <a:pt x="39393" y="43755"/>
                </a:lnTo>
                <a:cubicBezTo>
                  <a:pt x="16533" y="47685"/>
                  <a:pt x="0" y="65365"/>
                  <a:pt x="0" y="85725"/>
                </a:cubicBezTo>
                <a:cubicBezTo>
                  <a:pt x="0" y="104120"/>
                  <a:pt x="13267" y="120194"/>
                  <a:pt x="32657" y="126087"/>
                </a:cubicBezTo>
                <a:lnTo>
                  <a:pt x="32657" y="257175"/>
                </a:lnTo>
                <a:lnTo>
                  <a:pt x="612" y="397550"/>
                </a:lnTo>
                <a:cubicBezTo>
                  <a:pt x="204" y="399157"/>
                  <a:pt x="0" y="400943"/>
                  <a:pt x="0" y="402729"/>
                </a:cubicBezTo>
                <a:cubicBezTo>
                  <a:pt x="0" y="417016"/>
                  <a:pt x="13267" y="428804"/>
                  <a:pt x="29800" y="428804"/>
                </a:cubicBezTo>
                <a:lnTo>
                  <a:pt x="101033" y="428804"/>
                </a:lnTo>
                <a:cubicBezTo>
                  <a:pt x="117362" y="428804"/>
                  <a:pt x="130833" y="417195"/>
                  <a:pt x="130833" y="402729"/>
                </a:cubicBezTo>
                <a:cubicBezTo>
                  <a:pt x="130833" y="400943"/>
                  <a:pt x="130629" y="399336"/>
                  <a:pt x="130220" y="397550"/>
                </a:cubicBezTo>
                <a:lnTo>
                  <a:pt x="97971" y="257175"/>
                </a:lnTo>
                <a:lnTo>
                  <a:pt x="97971" y="138053"/>
                </a:lnTo>
                <a:lnTo>
                  <a:pt x="195943" y="155198"/>
                </a:lnTo>
                <a:lnTo>
                  <a:pt x="195943" y="257175"/>
                </a:lnTo>
                <a:cubicBezTo>
                  <a:pt x="195943" y="383441"/>
                  <a:pt x="312896" y="485775"/>
                  <a:pt x="457200" y="485775"/>
                </a:cubicBezTo>
                <a:cubicBezTo>
                  <a:pt x="601504" y="485775"/>
                  <a:pt x="718457" y="383441"/>
                  <a:pt x="718457" y="257175"/>
                </a:cubicBezTo>
                <a:lnTo>
                  <a:pt x="718457" y="155198"/>
                </a:lnTo>
                <a:lnTo>
                  <a:pt x="875007" y="127873"/>
                </a:lnTo>
                <a:cubicBezTo>
                  <a:pt x="897867" y="123765"/>
                  <a:pt x="914400" y="106085"/>
                  <a:pt x="914400" y="85725"/>
                </a:cubicBezTo>
                <a:cubicBezTo>
                  <a:pt x="914400" y="65365"/>
                  <a:pt x="897867" y="47685"/>
                  <a:pt x="875007" y="43755"/>
                </a:cubicBezTo>
                <a:lnTo>
                  <a:pt x="492511" y="-23217"/>
                </a:lnTo>
                <a:close/>
                <a:moveTo>
                  <a:pt x="457200" y="400050"/>
                </a:moveTo>
                <a:cubicBezTo>
                  <a:pt x="366985" y="400050"/>
                  <a:pt x="293914" y="336113"/>
                  <a:pt x="293914" y="257175"/>
                </a:cubicBezTo>
                <a:lnTo>
                  <a:pt x="620486" y="257175"/>
                </a:lnTo>
                <a:cubicBezTo>
                  <a:pt x="620486" y="336113"/>
                  <a:pt x="547415" y="400050"/>
                  <a:pt x="457200" y="400050"/>
                </a:cubicBezTo>
                <a:close/>
                <a:moveTo>
                  <a:pt x="245133" y="571679"/>
                </a:moveTo>
                <a:cubicBezTo>
                  <a:pt x="119811" y="622042"/>
                  <a:pt x="32657" y="732770"/>
                  <a:pt x="32657" y="861358"/>
                </a:cubicBezTo>
                <a:cubicBezTo>
                  <a:pt x="32657" y="890647"/>
                  <a:pt x="59803" y="914400"/>
                  <a:pt x="93277" y="914400"/>
                </a:cubicBezTo>
                <a:lnTo>
                  <a:pt x="408214" y="914400"/>
                </a:lnTo>
                <a:lnTo>
                  <a:pt x="408214" y="653653"/>
                </a:lnTo>
                <a:lnTo>
                  <a:pt x="291057" y="576858"/>
                </a:lnTo>
                <a:cubicBezTo>
                  <a:pt x="277790" y="568107"/>
                  <a:pt x="260033" y="565785"/>
                  <a:pt x="244929" y="571857"/>
                </a:cubicBezTo>
                <a:close/>
                <a:moveTo>
                  <a:pt x="506186" y="914400"/>
                </a:moveTo>
                <a:lnTo>
                  <a:pt x="821123" y="914400"/>
                </a:lnTo>
                <a:cubicBezTo>
                  <a:pt x="854597" y="914400"/>
                  <a:pt x="881743" y="890647"/>
                  <a:pt x="881743" y="861358"/>
                </a:cubicBezTo>
                <a:cubicBezTo>
                  <a:pt x="881743" y="732770"/>
                  <a:pt x="794589" y="622042"/>
                  <a:pt x="669267" y="571857"/>
                </a:cubicBezTo>
                <a:cubicBezTo>
                  <a:pt x="654163" y="565785"/>
                  <a:pt x="636406" y="568107"/>
                  <a:pt x="623139" y="576858"/>
                </a:cubicBezTo>
                <a:lnTo>
                  <a:pt x="505982" y="653653"/>
                </a:lnTo>
                <a:lnTo>
                  <a:pt x="505982" y="914400"/>
                </a:lnTo>
                <a:close/>
              </a:path>
            </a:pathLst>
          </a:custGeom>
          <a:solidFill>
            <a:srgbClr val="003366"/>
          </a:solidFill>
          <a:ln/>
        </p:spPr>
      </p:sp>
      <p:sp>
        <p:nvSpPr>
          <p:cNvPr id="10" name="Text 6"/>
          <p:cNvSpPr/>
          <p:nvPr/>
        </p:nvSpPr>
        <p:spPr>
          <a:xfrm>
            <a:off x="1778000" y="5334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200" kern="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BRANCH CHAIR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778000" y="57785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Chair Name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524000" y="63500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Year, Computer Engineering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Passionate about technology and innovation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2600" y="3048000"/>
            <a:ext cx="25400" cy="431800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14" name="Shape 10"/>
          <p:cNvSpPr/>
          <p:nvPr/>
        </p:nvSpPr>
        <p:spPr>
          <a:xfrm>
            <a:off x="10160000" y="3048000"/>
            <a:ext cx="2032000" cy="2032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718800" y="36068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92511" y="-23217"/>
                </a:moveTo>
                <a:cubicBezTo>
                  <a:pt x="469242" y="-27325"/>
                  <a:pt x="445362" y="-27325"/>
                  <a:pt x="422094" y="-23217"/>
                </a:cubicBezTo>
                <a:lnTo>
                  <a:pt x="39393" y="43755"/>
                </a:lnTo>
                <a:cubicBezTo>
                  <a:pt x="16533" y="47685"/>
                  <a:pt x="0" y="65365"/>
                  <a:pt x="0" y="85725"/>
                </a:cubicBezTo>
                <a:cubicBezTo>
                  <a:pt x="0" y="104120"/>
                  <a:pt x="13267" y="120194"/>
                  <a:pt x="32657" y="126087"/>
                </a:cubicBezTo>
                <a:lnTo>
                  <a:pt x="32657" y="257175"/>
                </a:lnTo>
                <a:lnTo>
                  <a:pt x="612" y="397550"/>
                </a:lnTo>
                <a:cubicBezTo>
                  <a:pt x="204" y="399157"/>
                  <a:pt x="0" y="400943"/>
                  <a:pt x="0" y="402729"/>
                </a:cubicBezTo>
                <a:cubicBezTo>
                  <a:pt x="0" y="417016"/>
                  <a:pt x="13267" y="428804"/>
                  <a:pt x="29800" y="428804"/>
                </a:cubicBezTo>
                <a:lnTo>
                  <a:pt x="101033" y="428804"/>
                </a:lnTo>
                <a:cubicBezTo>
                  <a:pt x="117362" y="428804"/>
                  <a:pt x="130833" y="417195"/>
                  <a:pt x="130833" y="402729"/>
                </a:cubicBezTo>
                <a:cubicBezTo>
                  <a:pt x="130833" y="400943"/>
                  <a:pt x="130629" y="399336"/>
                  <a:pt x="130220" y="397550"/>
                </a:cubicBezTo>
                <a:lnTo>
                  <a:pt x="97971" y="257175"/>
                </a:lnTo>
                <a:lnTo>
                  <a:pt x="97971" y="138053"/>
                </a:lnTo>
                <a:lnTo>
                  <a:pt x="195943" y="155198"/>
                </a:lnTo>
                <a:lnTo>
                  <a:pt x="195943" y="257175"/>
                </a:lnTo>
                <a:cubicBezTo>
                  <a:pt x="195943" y="383441"/>
                  <a:pt x="312896" y="485775"/>
                  <a:pt x="457200" y="485775"/>
                </a:cubicBezTo>
                <a:cubicBezTo>
                  <a:pt x="601504" y="485775"/>
                  <a:pt x="718457" y="383441"/>
                  <a:pt x="718457" y="257175"/>
                </a:cubicBezTo>
                <a:lnTo>
                  <a:pt x="718457" y="155198"/>
                </a:lnTo>
                <a:lnTo>
                  <a:pt x="875007" y="127873"/>
                </a:lnTo>
                <a:cubicBezTo>
                  <a:pt x="897867" y="123765"/>
                  <a:pt x="914400" y="106085"/>
                  <a:pt x="914400" y="85725"/>
                </a:cubicBezTo>
                <a:cubicBezTo>
                  <a:pt x="914400" y="65365"/>
                  <a:pt x="897867" y="47685"/>
                  <a:pt x="875007" y="43755"/>
                </a:cubicBezTo>
                <a:lnTo>
                  <a:pt x="492511" y="-23217"/>
                </a:lnTo>
                <a:close/>
                <a:moveTo>
                  <a:pt x="457200" y="400050"/>
                </a:moveTo>
                <a:cubicBezTo>
                  <a:pt x="366985" y="400050"/>
                  <a:pt x="293914" y="336113"/>
                  <a:pt x="293914" y="257175"/>
                </a:cubicBezTo>
                <a:lnTo>
                  <a:pt x="620486" y="257175"/>
                </a:lnTo>
                <a:cubicBezTo>
                  <a:pt x="620486" y="336113"/>
                  <a:pt x="547415" y="400050"/>
                  <a:pt x="457200" y="400050"/>
                </a:cubicBezTo>
                <a:close/>
                <a:moveTo>
                  <a:pt x="245133" y="571679"/>
                </a:moveTo>
                <a:cubicBezTo>
                  <a:pt x="119811" y="622042"/>
                  <a:pt x="32657" y="732770"/>
                  <a:pt x="32657" y="861358"/>
                </a:cubicBezTo>
                <a:cubicBezTo>
                  <a:pt x="32657" y="890647"/>
                  <a:pt x="59803" y="914400"/>
                  <a:pt x="93277" y="914400"/>
                </a:cubicBezTo>
                <a:lnTo>
                  <a:pt x="408214" y="914400"/>
                </a:lnTo>
                <a:lnTo>
                  <a:pt x="408214" y="653653"/>
                </a:lnTo>
                <a:lnTo>
                  <a:pt x="291057" y="576858"/>
                </a:lnTo>
                <a:cubicBezTo>
                  <a:pt x="277790" y="568107"/>
                  <a:pt x="260033" y="565785"/>
                  <a:pt x="244929" y="571857"/>
                </a:cubicBezTo>
                <a:close/>
                <a:moveTo>
                  <a:pt x="506186" y="914400"/>
                </a:moveTo>
                <a:lnTo>
                  <a:pt x="821123" y="914400"/>
                </a:lnTo>
                <a:cubicBezTo>
                  <a:pt x="854597" y="914400"/>
                  <a:pt x="881743" y="890647"/>
                  <a:pt x="881743" y="861358"/>
                </a:cubicBezTo>
                <a:cubicBezTo>
                  <a:pt x="881743" y="732770"/>
                  <a:pt x="794589" y="622042"/>
                  <a:pt x="669267" y="571857"/>
                </a:cubicBezTo>
                <a:cubicBezTo>
                  <a:pt x="654163" y="565785"/>
                  <a:pt x="636406" y="568107"/>
                  <a:pt x="623139" y="576858"/>
                </a:cubicBezTo>
                <a:lnTo>
                  <a:pt x="505982" y="653653"/>
                </a:lnTo>
                <a:lnTo>
                  <a:pt x="505982" y="914400"/>
                </a:lnTo>
                <a:close/>
              </a:path>
            </a:pathLst>
          </a:custGeom>
          <a:solidFill>
            <a:srgbClr val="003366"/>
          </a:solidFill>
          <a:ln/>
        </p:spPr>
      </p:sp>
      <p:sp>
        <p:nvSpPr>
          <p:cNvPr id="16" name="Text 12"/>
          <p:cNvSpPr/>
          <p:nvPr/>
        </p:nvSpPr>
        <p:spPr>
          <a:xfrm>
            <a:off x="9398000" y="5334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200" kern="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VICE CHAIR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398000" y="57785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Vice Chair Name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9144000" y="63500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Year, Computer Engineering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Dedicated to fostering technical excellence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62000" y="8255000"/>
            <a:ext cx="14732000" cy="25400"/>
          </a:xfrm>
          <a:prstGeom prst="rect">
            <a:avLst/>
          </a:prstGeom>
          <a:solidFill>
            <a:srgbClr val="5B8DB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1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Chief Guest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762000" y="1968500"/>
            <a:ext cx="1778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Shape 3"/>
          <p:cNvSpPr/>
          <p:nvPr/>
        </p:nvSpPr>
        <p:spPr>
          <a:xfrm>
            <a:off x="1270000" y="2540000"/>
            <a:ext cx="3556000" cy="431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540000" y="4064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492125"/>
                </a:moveTo>
                <a:cubicBezTo>
                  <a:pt x="357800" y="492125"/>
                  <a:pt x="235857" y="385425"/>
                  <a:pt x="235857" y="254000"/>
                </a:cubicBezTo>
                <a:cubicBezTo>
                  <a:pt x="235857" y="122575"/>
                  <a:pt x="357800" y="15875"/>
                  <a:pt x="508000" y="15875"/>
                </a:cubicBezTo>
                <a:cubicBezTo>
                  <a:pt x="658200" y="15875"/>
                  <a:pt x="780143" y="122575"/>
                  <a:pt x="780143" y="254000"/>
                </a:cubicBezTo>
                <a:cubicBezTo>
                  <a:pt x="780143" y="385425"/>
                  <a:pt x="658200" y="492125"/>
                  <a:pt x="508000" y="492125"/>
                </a:cubicBezTo>
                <a:close/>
                <a:moveTo>
                  <a:pt x="438830" y="603250"/>
                </a:moveTo>
                <a:lnTo>
                  <a:pt x="577170" y="603250"/>
                </a:lnTo>
                <a:cubicBezTo>
                  <a:pt x="599168" y="603250"/>
                  <a:pt x="616857" y="618728"/>
                  <a:pt x="616857" y="637977"/>
                </a:cubicBezTo>
                <a:cubicBezTo>
                  <a:pt x="616857" y="646311"/>
                  <a:pt x="613455" y="654248"/>
                  <a:pt x="607332" y="660598"/>
                </a:cubicBezTo>
                <a:lnTo>
                  <a:pt x="545193" y="724098"/>
                </a:lnTo>
                <a:lnTo>
                  <a:pt x="615496" y="952500"/>
                </a:lnTo>
                <a:lnTo>
                  <a:pt x="616857" y="952500"/>
                </a:lnTo>
                <a:lnTo>
                  <a:pt x="695325" y="677664"/>
                </a:lnTo>
                <a:cubicBezTo>
                  <a:pt x="700314" y="660400"/>
                  <a:pt x="720498" y="649883"/>
                  <a:pt x="739548" y="656233"/>
                </a:cubicBezTo>
                <a:cubicBezTo>
                  <a:pt x="879929" y="703064"/>
                  <a:pt x="979714" y="822127"/>
                  <a:pt x="979714" y="961430"/>
                </a:cubicBezTo>
                <a:cubicBezTo>
                  <a:pt x="979714" y="991394"/>
                  <a:pt x="951820" y="1015802"/>
                  <a:pt x="917575" y="1015802"/>
                </a:cubicBezTo>
                <a:lnTo>
                  <a:pt x="98425" y="1016000"/>
                </a:lnTo>
                <a:cubicBezTo>
                  <a:pt x="64180" y="1016000"/>
                  <a:pt x="36286" y="991592"/>
                  <a:pt x="36286" y="961628"/>
                </a:cubicBezTo>
                <a:cubicBezTo>
                  <a:pt x="36286" y="822325"/>
                  <a:pt x="136071" y="703263"/>
                  <a:pt x="276452" y="656431"/>
                </a:cubicBezTo>
                <a:cubicBezTo>
                  <a:pt x="295502" y="650081"/>
                  <a:pt x="315686" y="660598"/>
                  <a:pt x="320675" y="677863"/>
                </a:cubicBezTo>
                <a:lnTo>
                  <a:pt x="399143" y="952698"/>
                </a:lnTo>
                <a:lnTo>
                  <a:pt x="400504" y="952698"/>
                </a:lnTo>
                <a:lnTo>
                  <a:pt x="470807" y="724297"/>
                </a:lnTo>
                <a:lnTo>
                  <a:pt x="408668" y="660797"/>
                </a:lnTo>
                <a:cubicBezTo>
                  <a:pt x="402545" y="654447"/>
                  <a:pt x="399143" y="646509"/>
                  <a:pt x="399143" y="638175"/>
                </a:cubicBezTo>
                <a:cubicBezTo>
                  <a:pt x="399143" y="618927"/>
                  <a:pt x="416832" y="603448"/>
                  <a:pt x="438830" y="603448"/>
                </a:cubicBez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9" name="Text 5"/>
          <p:cNvSpPr/>
          <p:nvPr/>
        </p:nvSpPr>
        <p:spPr>
          <a:xfrm>
            <a:off x="5588000" y="2540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Chief Guest Name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5588000" y="323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Designation &amp; Affiliation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5588000" y="3810000"/>
            <a:ext cx="2540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Text 8"/>
          <p:cNvSpPr/>
          <p:nvPr/>
        </p:nvSpPr>
        <p:spPr>
          <a:xfrm>
            <a:off x="5588000" y="4064000"/>
            <a:ext cx="889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distinguished professional with extensive experience in the field of technology and engineering. Their contributions to IEEE and the broader technical community have been widely recognized.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Their work spans across multiple domains including research, innovation, and mentorship, inspiring the next generation of engineers and technologists.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762000" y="8255000"/>
            <a:ext cx="14732000" cy="25400"/>
          </a:xfrm>
          <a:prstGeom prst="rect">
            <a:avLst/>
          </a:prstGeom>
          <a:solidFill>
            <a:srgbClr val="5B8DB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1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IEEE Quiz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762000" y="1968500"/>
            <a:ext cx="1397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3"/>
          <p:cNvSpPr/>
          <p:nvPr/>
        </p:nvSpPr>
        <p:spPr>
          <a:xfrm>
            <a:off x="762000" y="2222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your knowledge about IEEE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315200" y="2921000"/>
            <a:ext cx="1625600" cy="1625600"/>
          </a:xfrm>
          <a:custGeom>
            <a:avLst/>
            <a:gdLst/>
            <a:ahLst/>
            <a:cxnLst/>
            <a:rect l="l" t="t" r="r" b="b"/>
            <a:pathLst>
              <a:path w="1625600" h="1625600">
                <a:moveTo>
                  <a:pt x="1318260" y="101600"/>
                </a:moveTo>
                <a:lnTo>
                  <a:pt x="1354667" y="101600"/>
                </a:lnTo>
                <a:cubicBezTo>
                  <a:pt x="1504103" y="101600"/>
                  <a:pt x="1625600" y="192723"/>
                  <a:pt x="1625600" y="304800"/>
                </a:cubicBezTo>
                <a:lnTo>
                  <a:pt x="1625600" y="1422400"/>
                </a:lnTo>
                <a:cubicBezTo>
                  <a:pt x="1625600" y="1534478"/>
                  <a:pt x="1504103" y="1625600"/>
                  <a:pt x="1354667" y="1625600"/>
                </a:cubicBezTo>
                <a:lnTo>
                  <a:pt x="270933" y="1625600"/>
                </a:lnTo>
                <a:cubicBezTo>
                  <a:pt x="121497" y="1625600"/>
                  <a:pt x="0" y="1534478"/>
                  <a:pt x="0" y="1422400"/>
                </a:cubicBezTo>
                <a:lnTo>
                  <a:pt x="0" y="304800"/>
                </a:lnTo>
                <a:cubicBezTo>
                  <a:pt x="0" y="192723"/>
                  <a:pt x="121497" y="101600"/>
                  <a:pt x="270933" y="101600"/>
                </a:cubicBezTo>
                <a:lnTo>
                  <a:pt x="307340" y="101600"/>
                </a:lnTo>
                <a:cubicBezTo>
                  <a:pt x="353907" y="40958"/>
                  <a:pt x="441537" y="0"/>
                  <a:pt x="541867" y="0"/>
                </a:cubicBezTo>
                <a:lnTo>
                  <a:pt x="1083733" y="0"/>
                </a:lnTo>
                <a:cubicBezTo>
                  <a:pt x="1184063" y="0"/>
                  <a:pt x="1271693" y="40958"/>
                  <a:pt x="1318260" y="101600"/>
                </a:cubicBezTo>
                <a:close/>
                <a:moveTo>
                  <a:pt x="1049867" y="355600"/>
                </a:moveTo>
                <a:cubicBezTo>
                  <a:pt x="1106170" y="355600"/>
                  <a:pt x="1151467" y="321628"/>
                  <a:pt x="1151467" y="279400"/>
                </a:cubicBezTo>
                <a:cubicBezTo>
                  <a:pt x="1151467" y="237173"/>
                  <a:pt x="1106170" y="203200"/>
                  <a:pt x="1049867" y="203200"/>
                </a:cubicBezTo>
                <a:lnTo>
                  <a:pt x="575733" y="203200"/>
                </a:lnTo>
                <a:cubicBezTo>
                  <a:pt x="519430" y="203200"/>
                  <a:pt x="474133" y="237173"/>
                  <a:pt x="474133" y="279400"/>
                </a:cubicBezTo>
                <a:cubicBezTo>
                  <a:pt x="474133" y="321628"/>
                  <a:pt x="519430" y="355600"/>
                  <a:pt x="575733" y="355600"/>
                </a:cubicBezTo>
                <a:lnTo>
                  <a:pt x="1049867" y="355600"/>
                </a:lnTo>
                <a:close/>
                <a:moveTo>
                  <a:pt x="812800" y="787400"/>
                </a:moveTo>
                <a:cubicBezTo>
                  <a:pt x="880957" y="787400"/>
                  <a:pt x="936413" y="828993"/>
                  <a:pt x="936413" y="880110"/>
                </a:cubicBezTo>
                <a:cubicBezTo>
                  <a:pt x="936413" y="907733"/>
                  <a:pt x="923290" y="924242"/>
                  <a:pt x="907203" y="936308"/>
                </a:cubicBezTo>
                <a:cubicBezTo>
                  <a:pt x="888153" y="950277"/>
                  <a:pt x="861907" y="960120"/>
                  <a:pt x="836083" y="966470"/>
                </a:cubicBezTo>
                <a:cubicBezTo>
                  <a:pt x="773007" y="982345"/>
                  <a:pt x="711200" y="1027748"/>
                  <a:pt x="711200" y="1091883"/>
                </a:cubicBezTo>
                <a:cubicBezTo>
                  <a:pt x="711200" y="1134110"/>
                  <a:pt x="756497" y="1168082"/>
                  <a:pt x="812800" y="1168082"/>
                </a:cubicBezTo>
                <a:cubicBezTo>
                  <a:pt x="861483" y="1168082"/>
                  <a:pt x="902547" y="1142365"/>
                  <a:pt x="912283" y="1107758"/>
                </a:cubicBezTo>
                <a:cubicBezTo>
                  <a:pt x="993563" y="1085215"/>
                  <a:pt x="1139613" y="1024255"/>
                  <a:pt x="1139613" y="879792"/>
                </a:cubicBezTo>
                <a:cubicBezTo>
                  <a:pt x="1139613" y="744538"/>
                  <a:pt x="993140" y="634682"/>
                  <a:pt x="812800" y="634682"/>
                </a:cubicBezTo>
                <a:cubicBezTo>
                  <a:pt x="632460" y="634682"/>
                  <a:pt x="485987" y="744538"/>
                  <a:pt x="485987" y="879792"/>
                </a:cubicBezTo>
                <a:cubicBezTo>
                  <a:pt x="485987" y="922020"/>
                  <a:pt x="531283" y="955992"/>
                  <a:pt x="587587" y="955992"/>
                </a:cubicBezTo>
                <a:cubicBezTo>
                  <a:pt x="643890" y="955992"/>
                  <a:pt x="689187" y="922020"/>
                  <a:pt x="689187" y="879792"/>
                </a:cubicBezTo>
                <a:cubicBezTo>
                  <a:pt x="689187" y="828675"/>
                  <a:pt x="744643" y="787082"/>
                  <a:pt x="812800" y="787082"/>
                </a:cubicBezTo>
                <a:close/>
                <a:moveTo>
                  <a:pt x="931333" y="1320800"/>
                </a:moveTo>
                <a:cubicBezTo>
                  <a:pt x="931333" y="1271588"/>
                  <a:pt x="878417" y="1231900"/>
                  <a:pt x="812800" y="1231900"/>
                </a:cubicBezTo>
                <a:cubicBezTo>
                  <a:pt x="747183" y="1231900"/>
                  <a:pt x="694267" y="1271588"/>
                  <a:pt x="694267" y="1320800"/>
                </a:cubicBezTo>
                <a:cubicBezTo>
                  <a:pt x="694267" y="1370013"/>
                  <a:pt x="747183" y="1409700"/>
                  <a:pt x="812800" y="1409700"/>
                </a:cubicBezTo>
                <a:cubicBezTo>
                  <a:pt x="878417" y="1409700"/>
                  <a:pt x="931333" y="1370013"/>
                  <a:pt x="931333" y="1320800"/>
                </a:cubicBezTo>
                <a:close/>
              </a:path>
            </a:pathLst>
          </a:custGeom>
          <a:solidFill>
            <a:srgbClr val="003366"/>
          </a:solidFill>
          <a:ln/>
        </p:spPr>
      </p:sp>
      <p:sp>
        <p:nvSpPr>
          <p:cNvPr id="9" name="Text 5"/>
          <p:cNvSpPr/>
          <p:nvPr/>
        </p:nvSpPr>
        <p:spPr>
          <a:xfrm>
            <a:off x="2413000" y="4826000"/>
            <a:ext cx="1143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 us for an exciting and interactive quiz session about IEEE — its rich history, groundbreaking achievements, and remarkable contributions to the world of technology.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318000" y="609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spc="2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DID YOU KNOW?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778000" y="66675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 stands for </a:t>
            </a:r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Institute of Electrical and Electronics Engineers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778000" y="7112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 was founded in </a:t>
            </a:r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1884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has over </a:t>
            </a:r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400,000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members worldwide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78000" y="75565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 publishes nearly </a:t>
            </a:r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journals and magazines across various fields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62000" y="8255000"/>
            <a:ext cx="14732000" cy="25400"/>
          </a:xfrm>
          <a:prstGeom prst="rect">
            <a:avLst/>
          </a:prstGeom>
          <a:solidFill>
            <a:srgbClr val="5B8DB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1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Nusrat — Bio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762000" y="1968500"/>
            <a:ext cx="1778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Shape 3"/>
          <p:cNvSpPr/>
          <p:nvPr/>
        </p:nvSpPr>
        <p:spPr>
          <a:xfrm>
            <a:off x="1270000" y="2540000"/>
            <a:ext cx="3556000" cy="431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540000" y="4064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492125"/>
                </a:moveTo>
                <a:cubicBezTo>
                  <a:pt x="658200" y="492125"/>
                  <a:pt x="780143" y="385425"/>
                  <a:pt x="780143" y="254000"/>
                </a:cubicBezTo>
                <a:cubicBezTo>
                  <a:pt x="780143" y="122575"/>
                  <a:pt x="658200" y="15875"/>
                  <a:pt x="508000" y="15875"/>
                </a:cubicBezTo>
                <a:cubicBezTo>
                  <a:pt x="357800" y="15875"/>
                  <a:pt x="235857" y="122575"/>
                  <a:pt x="235857" y="254000"/>
                </a:cubicBezTo>
                <a:cubicBezTo>
                  <a:pt x="235857" y="385425"/>
                  <a:pt x="357800" y="492125"/>
                  <a:pt x="508000" y="492125"/>
                </a:cubicBezTo>
                <a:close/>
                <a:moveTo>
                  <a:pt x="440645" y="603250"/>
                </a:moveTo>
                <a:cubicBezTo>
                  <a:pt x="217261" y="603250"/>
                  <a:pt x="36286" y="761603"/>
                  <a:pt x="36286" y="957064"/>
                </a:cubicBezTo>
                <a:cubicBezTo>
                  <a:pt x="36286" y="989608"/>
                  <a:pt x="66448" y="1016000"/>
                  <a:pt x="103641" y="1016000"/>
                </a:cubicBezTo>
                <a:lnTo>
                  <a:pt x="912359" y="1016000"/>
                </a:lnTo>
                <a:cubicBezTo>
                  <a:pt x="949552" y="1016000"/>
                  <a:pt x="979714" y="989608"/>
                  <a:pt x="979714" y="957064"/>
                </a:cubicBezTo>
                <a:cubicBezTo>
                  <a:pt x="979714" y="761603"/>
                  <a:pt x="798739" y="603250"/>
                  <a:pt x="575355" y="603250"/>
                </a:cubicBezTo>
                <a:lnTo>
                  <a:pt x="440645" y="603250"/>
                </a:lnTo>
                <a:close/>
              </a:path>
            </a:pathLst>
          </a:custGeom>
          <a:solidFill>
            <a:srgbClr val="5B8DB8"/>
          </a:solidFill>
          <a:ln/>
        </p:spPr>
      </p:sp>
      <p:sp>
        <p:nvSpPr>
          <p:cNvPr id="9" name="Text 5"/>
          <p:cNvSpPr/>
          <p:nvPr/>
        </p:nvSpPr>
        <p:spPr>
          <a:xfrm>
            <a:off x="5588000" y="2540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Nusrat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5588000" y="323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 Student Member / Role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5588000" y="3810000"/>
            <a:ext cx="2540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Text 8"/>
          <p:cNvSpPr/>
          <p:nvPr/>
        </p:nvSpPr>
        <p:spPr>
          <a:xfrm>
            <a:off x="5588000" y="4064000"/>
            <a:ext cx="889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passionate and dedicated member of the IEEE community, actively contributing to the growth and development of the student branch.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a strong interest in technology and innovation, Nusrat has been instrumental in organizing events, workshops, and initiatives that inspire fellow students to explore the world of engineering.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762000" y="8255000"/>
            <a:ext cx="14732000" cy="25400"/>
          </a:xfrm>
          <a:prstGeom prst="rect">
            <a:avLst/>
          </a:prstGeom>
          <a:solidFill>
            <a:srgbClr val="5B8DB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1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Vote of Thanks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762000" y="1968500"/>
            <a:ext cx="2286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3"/>
          <p:cNvSpPr/>
          <p:nvPr/>
        </p:nvSpPr>
        <p:spPr>
          <a:xfrm>
            <a:off x="762000" y="222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 Nidhi Ma'am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670800" y="2921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320040" y="528638"/>
                </a:moveTo>
                <a:cubicBezTo>
                  <a:pt x="320040" y="552390"/>
                  <a:pt x="304752" y="571500"/>
                  <a:pt x="285750" y="571500"/>
                </a:cubicBezTo>
                <a:cubicBezTo>
                  <a:pt x="266748" y="571500"/>
                  <a:pt x="251460" y="552390"/>
                  <a:pt x="251460" y="528638"/>
                </a:cubicBezTo>
                <a:lnTo>
                  <a:pt x="251460" y="327541"/>
                </a:lnTo>
                <a:lnTo>
                  <a:pt x="377476" y="113764"/>
                </a:lnTo>
                <a:cubicBezTo>
                  <a:pt x="396192" y="81975"/>
                  <a:pt x="390763" y="37326"/>
                  <a:pt x="365331" y="13930"/>
                </a:cubicBezTo>
                <a:cubicBezTo>
                  <a:pt x="339900" y="-9465"/>
                  <a:pt x="304181" y="-2679"/>
                  <a:pt x="285464" y="29111"/>
                </a:cubicBezTo>
                <a:lnTo>
                  <a:pt x="152162" y="255210"/>
                </a:lnTo>
                <a:cubicBezTo>
                  <a:pt x="127587" y="296823"/>
                  <a:pt x="114300" y="347365"/>
                  <a:pt x="114300" y="399336"/>
                </a:cubicBezTo>
                <a:lnTo>
                  <a:pt x="114300" y="597039"/>
                </a:lnTo>
                <a:lnTo>
                  <a:pt x="31290" y="631686"/>
                </a:lnTo>
                <a:cubicBezTo>
                  <a:pt x="12573" y="639366"/>
                  <a:pt x="0" y="661154"/>
                  <a:pt x="0" y="685800"/>
                </a:cubicBezTo>
                <a:lnTo>
                  <a:pt x="0" y="857250"/>
                </a:lnTo>
                <a:cubicBezTo>
                  <a:pt x="0" y="875109"/>
                  <a:pt x="6715" y="892076"/>
                  <a:pt x="18145" y="902791"/>
                </a:cubicBezTo>
                <a:cubicBezTo>
                  <a:pt x="29575" y="913507"/>
                  <a:pt x="44434" y="917079"/>
                  <a:pt x="58293" y="912078"/>
                </a:cubicBezTo>
                <a:lnTo>
                  <a:pt x="278892" y="833318"/>
                </a:lnTo>
                <a:cubicBezTo>
                  <a:pt x="357473" y="805279"/>
                  <a:pt x="411480" y="715625"/>
                  <a:pt x="411480" y="613470"/>
                </a:cubicBezTo>
                <a:lnTo>
                  <a:pt x="411480" y="400050"/>
                </a:lnTo>
                <a:cubicBezTo>
                  <a:pt x="411480" y="368439"/>
                  <a:pt x="391049" y="342900"/>
                  <a:pt x="365760" y="342900"/>
                </a:cubicBezTo>
                <a:cubicBezTo>
                  <a:pt x="340471" y="342900"/>
                  <a:pt x="320040" y="368439"/>
                  <a:pt x="320040" y="400050"/>
                </a:cubicBezTo>
                <a:lnTo>
                  <a:pt x="320040" y="528638"/>
                </a:lnTo>
                <a:close/>
                <a:moveTo>
                  <a:pt x="594360" y="528638"/>
                </a:moveTo>
                <a:lnTo>
                  <a:pt x="594360" y="400050"/>
                </a:lnTo>
                <a:cubicBezTo>
                  <a:pt x="594360" y="368439"/>
                  <a:pt x="573929" y="342900"/>
                  <a:pt x="548640" y="342900"/>
                </a:cubicBezTo>
                <a:cubicBezTo>
                  <a:pt x="523351" y="342900"/>
                  <a:pt x="502920" y="368439"/>
                  <a:pt x="502920" y="400050"/>
                </a:cubicBezTo>
                <a:lnTo>
                  <a:pt x="502920" y="613648"/>
                </a:lnTo>
                <a:cubicBezTo>
                  <a:pt x="502920" y="715804"/>
                  <a:pt x="557070" y="805458"/>
                  <a:pt x="635508" y="833497"/>
                </a:cubicBezTo>
                <a:lnTo>
                  <a:pt x="856107" y="912257"/>
                </a:lnTo>
                <a:cubicBezTo>
                  <a:pt x="869966" y="917258"/>
                  <a:pt x="884682" y="913686"/>
                  <a:pt x="896255" y="902970"/>
                </a:cubicBezTo>
                <a:cubicBezTo>
                  <a:pt x="907828" y="892254"/>
                  <a:pt x="914400" y="875109"/>
                  <a:pt x="914400" y="857250"/>
                </a:cubicBezTo>
                <a:lnTo>
                  <a:pt x="914400" y="685800"/>
                </a:lnTo>
                <a:cubicBezTo>
                  <a:pt x="914400" y="661154"/>
                  <a:pt x="901827" y="639366"/>
                  <a:pt x="883110" y="631508"/>
                </a:cubicBezTo>
                <a:lnTo>
                  <a:pt x="800100" y="596860"/>
                </a:lnTo>
                <a:lnTo>
                  <a:pt x="800100" y="399157"/>
                </a:lnTo>
                <a:cubicBezTo>
                  <a:pt x="800100" y="347365"/>
                  <a:pt x="786813" y="296823"/>
                  <a:pt x="762238" y="255032"/>
                </a:cubicBezTo>
                <a:lnTo>
                  <a:pt x="628936" y="29111"/>
                </a:lnTo>
                <a:cubicBezTo>
                  <a:pt x="610219" y="-2679"/>
                  <a:pt x="574500" y="-9465"/>
                  <a:pt x="549069" y="13930"/>
                </a:cubicBezTo>
                <a:cubicBezTo>
                  <a:pt x="523637" y="37326"/>
                  <a:pt x="518208" y="81975"/>
                  <a:pt x="536924" y="113764"/>
                </a:cubicBezTo>
                <a:lnTo>
                  <a:pt x="662940" y="327541"/>
                </a:lnTo>
                <a:lnTo>
                  <a:pt x="662940" y="528638"/>
                </a:lnTo>
                <a:cubicBezTo>
                  <a:pt x="662940" y="552390"/>
                  <a:pt x="647652" y="571500"/>
                  <a:pt x="628650" y="571500"/>
                </a:cubicBezTo>
                <a:cubicBezTo>
                  <a:pt x="609648" y="571500"/>
                  <a:pt x="594360" y="552390"/>
                  <a:pt x="594360" y="528638"/>
                </a:cubicBezTo>
                <a:close/>
              </a:path>
            </a:pathLst>
          </a:custGeom>
          <a:solidFill>
            <a:srgbClr val="003366"/>
          </a:solidFill>
          <a:ln/>
        </p:spPr>
      </p:sp>
      <p:sp>
        <p:nvSpPr>
          <p:cNvPr id="9" name="Text 5"/>
          <p:cNvSpPr/>
          <p:nvPr/>
        </p:nvSpPr>
        <p:spPr>
          <a:xfrm>
            <a:off x="1778000" y="4191000"/>
            <a:ext cx="1270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extend our heartfelt gratitude to all the dignitaries, guests, and participants for gracing this occasion and making the IEEE Student Branch inauguration a memorable event.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sincere thanks to Bharati Vidyapeeth (Deemed to be University) for their unwavering support, and to IEEE for this incredible opportunity to foster innovation and excellence among students.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953000" y="685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spc="2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GRATITUDE TO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413000" y="73025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Chief Guest | Dignitaries | Faculty Members | IEEE | Students | Organizing Team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62000" y="8255000"/>
            <a:ext cx="14732000" cy="25400"/>
          </a:xfrm>
          <a:prstGeom prst="rect">
            <a:avLst/>
          </a:prstGeom>
          <a:solidFill>
            <a:srgbClr val="5B8DB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1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National Anthem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762000" y="1968500"/>
            <a:ext cx="2286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Shape 3"/>
          <p:cNvSpPr/>
          <p:nvPr/>
        </p:nvSpPr>
        <p:spPr>
          <a:xfrm>
            <a:off x="7670800" y="2794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30629" y="57150"/>
                </a:moveTo>
                <a:cubicBezTo>
                  <a:pt x="130629" y="25539"/>
                  <a:pt x="101441" y="0"/>
                  <a:pt x="65314" y="0"/>
                </a:cubicBezTo>
                <a:cubicBezTo>
                  <a:pt x="29187" y="0"/>
                  <a:pt x="0" y="25539"/>
                  <a:pt x="0" y="57150"/>
                </a:cubicBezTo>
                <a:lnTo>
                  <a:pt x="0" y="857250"/>
                </a:lnTo>
                <a:cubicBezTo>
                  <a:pt x="0" y="888861"/>
                  <a:pt x="29187" y="914400"/>
                  <a:pt x="65314" y="914400"/>
                </a:cubicBezTo>
                <a:cubicBezTo>
                  <a:pt x="101441" y="914400"/>
                  <a:pt x="130629" y="888861"/>
                  <a:pt x="130629" y="857250"/>
                </a:cubicBezTo>
                <a:lnTo>
                  <a:pt x="130629" y="640080"/>
                </a:lnTo>
                <a:lnTo>
                  <a:pt x="258604" y="606504"/>
                </a:lnTo>
                <a:cubicBezTo>
                  <a:pt x="344125" y="584002"/>
                  <a:pt x="436381" y="590967"/>
                  <a:pt x="516187" y="625971"/>
                </a:cubicBezTo>
                <a:cubicBezTo>
                  <a:pt x="603341" y="664190"/>
                  <a:pt x="704986" y="668834"/>
                  <a:pt x="796222" y="638830"/>
                </a:cubicBezTo>
                <a:lnTo>
                  <a:pt x="871946" y="614005"/>
                </a:lnTo>
                <a:cubicBezTo>
                  <a:pt x="897459" y="605611"/>
                  <a:pt x="914400" y="584359"/>
                  <a:pt x="914400" y="560427"/>
                </a:cubicBezTo>
                <a:lnTo>
                  <a:pt x="914400" y="118050"/>
                </a:lnTo>
                <a:cubicBezTo>
                  <a:pt x="914400" y="76974"/>
                  <a:pt x="865006" y="50185"/>
                  <a:pt x="822960" y="68580"/>
                </a:cubicBezTo>
                <a:lnTo>
                  <a:pt x="798875" y="79117"/>
                </a:lnTo>
                <a:cubicBezTo>
                  <a:pt x="707231" y="119301"/>
                  <a:pt x="599259" y="119301"/>
                  <a:pt x="507410" y="79117"/>
                </a:cubicBezTo>
                <a:cubicBezTo>
                  <a:pt x="433115" y="46613"/>
                  <a:pt x="347594" y="40184"/>
                  <a:pt x="268197" y="61079"/>
                </a:cubicBezTo>
                <a:lnTo>
                  <a:pt x="130629" y="97155"/>
                </a:lnTo>
                <a:lnTo>
                  <a:pt x="130629" y="57150"/>
                </a:lnTo>
                <a:close/>
              </a:path>
            </a:pathLst>
          </a:custGeom>
          <a:solidFill>
            <a:srgbClr val="003366"/>
          </a:solidFill>
          <a:ln/>
        </p:spPr>
      </p:sp>
      <p:sp>
        <p:nvSpPr>
          <p:cNvPr id="8" name="Text 4"/>
          <p:cNvSpPr/>
          <p:nvPr/>
        </p:nvSpPr>
        <p:spPr>
          <a:xfrm>
            <a:off x="4318000" y="3937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spc="3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JANA GANA MANA</a:t>
            </a:r>
            <a:endParaRPr lang="en-US" sz="3200" dirty="0"/>
          </a:p>
        </p:txBody>
      </p:sp>
      <p:sp>
        <p:nvSpPr>
          <p:cNvPr id="9" name="Shape 5"/>
          <p:cNvSpPr/>
          <p:nvPr/>
        </p:nvSpPr>
        <p:spPr>
          <a:xfrm>
            <a:off x="6223000" y="4699000"/>
            <a:ext cx="3810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0" name="Text 6"/>
          <p:cNvSpPr/>
          <p:nvPr/>
        </p:nvSpPr>
        <p:spPr>
          <a:xfrm>
            <a:off x="4318000" y="4953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National Anthem of India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048000" y="5842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 us stand together in honor of our nation. A moment of pride, unity, and gratitude for the motherland that nurtures our dreams and aspirations.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7823200" y="7112000"/>
            <a:ext cx="609600" cy="60960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3" name="Shape 9"/>
          <p:cNvSpPr/>
          <p:nvPr/>
        </p:nvSpPr>
        <p:spPr>
          <a:xfrm>
            <a:off x="762000" y="8255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1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Feedback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762000" y="1968500"/>
            <a:ext cx="1524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Shape 3"/>
          <p:cNvSpPr/>
          <p:nvPr/>
        </p:nvSpPr>
        <p:spPr>
          <a:xfrm>
            <a:off x="7670800" y="266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677333" y="285750"/>
                </a:moveTo>
                <a:cubicBezTo>
                  <a:pt x="677333" y="478631"/>
                  <a:pt x="525639" y="635000"/>
                  <a:pt x="338667" y="635000"/>
                </a:cubicBezTo>
                <a:cubicBezTo>
                  <a:pt x="291571" y="635000"/>
                  <a:pt x="246768" y="625078"/>
                  <a:pt x="206022" y="607219"/>
                </a:cubicBezTo>
                <a:lnTo>
                  <a:pt x="62089" y="692944"/>
                </a:lnTo>
                <a:cubicBezTo>
                  <a:pt x="45685" y="702667"/>
                  <a:pt x="25576" y="699294"/>
                  <a:pt x="12347" y="684609"/>
                </a:cubicBezTo>
                <a:cubicBezTo>
                  <a:pt x="-882" y="669925"/>
                  <a:pt x="-3881" y="647105"/>
                  <a:pt x="4939" y="628650"/>
                </a:cubicBezTo>
                <a:lnTo>
                  <a:pt x="67733" y="495300"/>
                </a:lnTo>
                <a:cubicBezTo>
                  <a:pt x="25224" y="436959"/>
                  <a:pt x="0" y="364331"/>
                  <a:pt x="0" y="285750"/>
                </a:cubicBezTo>
                <a:cubicBezTo>
                  <a:pt x="0" y="92869"/>
                  <a:pt x="151694" y="-63500"/>
                  <a:pt x="338667" y="-63500"/>
                </a:cubicBezTo>
                <a:cubicBezTo>
                  <a:pt x="525639" y="-63500"/>
                  <a:pt x="677333" y="92869"/>
                  <a:pt x="677333" y="285750"/>
                </a:cubicBezTo>
                <a:close/>
                <a:moveTo>
                  <a:pt x="677333" y="1016000"/>
                </a:moveTo>
                <a:cubicBezTo>
                  <a:pt x="511351" y="1016000"/>
                  <a:pt x="373239" y="892770"/>
                  <a:pt x="344311" y="730250"/>
                </a:cubicBezTo>
                <a:cubicBezTo>
                  <a:pt x="555978" y="727273"/>
                  <a:pt x="739951" y="557808"/>
                  <a:pt x="760236" y="328017"/>
                </a:cubicBezTo>
                <a:cubicBezTo>
                  <a:pt x="907168" y="366117"/>
                  <a:pt x="1016000" y="503238"/>
                  <a:pt x="1016000" y="666750"/>
                </a:cubicBezTo>
                <a:cubicBezTo>
                  <a:pt x="1016000" y="745331"/>
                  <a:pt x="990776" y="817959"/>
                  <a:pt x="948267" y="876300"/>
                </a:cubicBezTo>
                <a:lnTo>
                  <a:pt x="1011061" y="1009650"/>
                </a:lnTo>
                <a:cubicBezTo>
                  <a:pt x="1019704" y="1028105"/>
                  <a:pt x="1016706" y="1050727"/>
                  <a:pt x="1003653" y="1065609"/>
                </a:cubicBezTo>
                <a:cubicBezTo>
                  <a:pt x="990600" y="1080492"/>
                  <a:pt x="970315" y="1083866"/>
                  <a:pt x="953911" y="1073944"/>
                </a:cubicBezTo>
                <a:lnTo>
                  <a:pt x="809978" y="988219"/>
                </a:lnTo>
                <a:cubicBezTo>
                  <a:pt x="769232" y="1006078"/>
                  <a:pt x="724429" y="1016000"/>
                  <a:pt x="677333" y="1016000"/>
                </a:cubicBezTo>
                <a:close/>
              </a:path>
            </a:pathLst>
          </a:custGeom>
          <a:solidFill>
            <a:srgbClr val="003366"/>
          </a:solidFill>
          <a:ln/>
        </p:spPr>
      </p:sp>
      <p:sp>
        <p:nvSpPr>
          <p:cNvPr id="8" name="Text 4"/>
          <p:cNvSpPr/>
          <p:nvPr/>
        </p:nvSpPr>
        <p:spPr>
          <a:xfrm>
            <a:off x="2413000" y="3937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Value Your Feedback!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2413000" y="4826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thoughts and suggestions help us improve. Please take a moment to share your feedback about today's event.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7175500" y="5969000"/>
            <a:ext cx="1905000" cy="1905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670800" y="64643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30629" y="285750"/>
                </a:moveTo>
                <a:lnTo>
                  <a:pt x="261257" y="285750"/>
                </a:lnTo>
                <a:lnTo>
                  <a:pt x="261257" y="171450"/>
                </a:lnTo>
                <a:lnTo>
                  <a:pt x="130629" y="171450"/>
                </a:lnTo>
                <a:lnTo>
                  <a:pt x="130629" y="285750"/>
                </a:lnTo>
                <a:close/>
                <a:moveTo>
                  <a:pt x="0" y="142875"/>
                </a:moveTo>
                <a:cubicBezTo>
                  <a:pt x="0" y="95548"/>
                  <a:pt x="43883" y="57150"/>
                  <a:pt x="97971" y="57150"/>
                </a:cubicBezTo>
                <a:lnTo>
                  <a:pt x="293914" y="57150"/>
                </a:lnTo>
                <a:cubicBezTo>
                  <a:pt x="348003" y="57150"/>
                  <a:pt x="391886" y="95548"/>
                  <a:pt x="391886" y="142875"/>
                </a:cubicBezTo>
                <a:lnTo>
                  <a:pt x="391886" y="314325"/>
                </a:lnTo>
                <a:cubicBezTo>
                  <a:pt x="391886" y="361652"/>
                  <a:pt x="348003" y="400050"/>
                  <a:pt x="293914" y="400050"/>
                </a:cubicBezTo>
                <a:lnTo>
                  <a:pt x="97971" y="400050"/>
                </a:lnTo>
                <a:cubicBezTo>
                  <a:pt x="43883" y="400050"/>
                  <a:pt x="0" y="361652"/>
                  <a:pt x="0" y="314325"/>
                </a:cubicBezTo>
                <a:lnTo>
                  <a:pt x="0" y="142875"/>
                </a:lnTo>
                <a:close/>
                <a:moveTo>
                  <a:pt x="130629" y="742950"/>
                </a:moveTo>
                <a:lnTo>
                  <a:pt x="261257" y="742950"/>
                </a:lnTo>
                <a:lnTo>
                  <a:pt x="261257" y="628650"/>
                </a:lnTo>
                <a:lnTo>
                  <a:pt x="130629" y="628650"/>
                </a:lnTo>
                <a:lnTo>
                  <a:pt x="130629" y="742950"/>
                </a:lnTo>
                <a:close/>
                <a:moveTo>
                  <a:pt x="0" y="600075"/>
                </a:moveTo>
                <a:cubicBezTo>
                  <a:pt x="0" y="552748"/>
                  <a:pt x="43883" y="514350"/>
                  <a:pt x="97971" y="514350"/>
                </a:cubicBezTo>
                <a:lnTo>
                  <a:pt x="293914" y="514350"/>
                </a:lnTo>
                <a:cubicBezTo>
                  <a:pt x="348003" y="514350"/>
                  <a:pt x="391886" y="552748"/>
                  <a:pt x="391886" y="600075"/>
                </a:cubicBezTo>
                <a:lnTo>
                  <a:pt x="391886" y="771525"/>
                </a:lnTo>
                <a:cubicBezTo>
                  <a:pt x="391886" y="818852"/>
                  <a:pt x="348003" y="857250"/>
                  <a:pt x="293914" y="857250"/>
                </a:cubicBezTo>
                <a:lnTo>
                  <a:pt x="97971" y="857250"/>
                </a:lnTo>
                <a:cubicBezTo>
                  <a:pt x="43883" y="857250"/>
                  <a:pt x="0" y="818852"/>
                  <a:pt x="0" y="771525"/>
                </a:cubicBezTo>
                <a:lnTo>
                  <a:pt x="0" y="600075"/>
                </a:lnTo>
                <a:close/>
                <a:moveTo>
                  <a:pt x="653143" y="171450"/>
                </a:moveTo>
                <a:lnTo>
                  <a:pt x="653143" y="285750"/>
                </a:lnTo>
                <a:lnTo>
                  <a:pt x="783771" y="285750"/>
                </a:lnTo>
                <a:lnTo>
                  <a:pt x="783771" y="171450"/>
                </a:lnTo>
                <a:lnTo>
                  <a:pt x="653143" y="171450"/>
                </a:lnTo>
                <a:close/>
                <a:moveTo>
                  <a:pt x="620486" y="57150"/>
                </a:moveTo>
                <a:lnTo>
                  <a:pt x="816429" y="57150"/>
                </a:lnTo>
                <a:cubicBezTo>
                  <a:pt x="870517" y="57150"/>
                  <a:pt x="914400" y="95548"/>
                  <a:pt x="914400" y="142875"/>
                </a:cubicBezTo>
                <a:lnTo>
                  <a:pt x="914400" y="314325"/>
                </a:lnTo>
                <a:cubicBezTo>
                  <a:pt x="914400" y="361652"/>
                  <a:pt x="870517" y="400050"/>
                  <a:pt x="816429" y="400050"/>
                </a:cubicBezTo>
                <a:lnTo>
                  <a:pt x="620486" y="400050"/>
                </a:lnTo>
                <a:cubicBezTo>
                  <a:pt x="566397" y="400050"/>
                  <a:pt x="522514" y="361652"/>
                  <a:pt x="522514" y="314325"/>
                </a:cubicBezTo>
                <a:lnTo>
                  <a:pt x="522514" y="142875"/>
                </a:lnTo>
                <a:cubicBezTo>
                  <a:pt x="522514" y="95548"/>
                  <a:pt x="566397" y="57150"/>
                  <a:pt x="620486" y="57150"/>
                </a:cubicBezTo>
                <a:close/>
                <a:moveTo>
                  <a:pt x="587829" y="628650"/>
                </a:moveTo>
                <a:cubicBezTo>
                  <a:pt x="551781" y="628650"/>
                  <a:pt x="522514" y="603042"/>
                  <a:pt x="522514" y="571500"/>
                </a:cubicBezTo>
                <a:cubicBezTo>
                  <a:pt x="522514" y="539958"/>
                  <a:pt x="551781" y="514350"/>
                  <a:pt x="587829" y="514350"/>
                </a:cubicBezTo>
                <a:cubicBezTo>
                  <a:pt x="623877" y="514350"/>
                  <a:pt x="653143" y="539958"/>
                  <a:pt x="653143" y="571500"/>
                </a:cubicBezTo>
                <a:cubicBezTo>
                  <a:pt x="653143" y="603042"/>
                  <a:pt x="623877" y="628650"/>
                  <a:pt x="587829" y="628650"/>
                </a:cubicBezTo>
                <a:close/>
                <a:moveTo>
                  <a:pt x="587829" y="742950"/>
                </a:moveTo>
                <a:cubicBezTo>
                  <a:pt x="623956" y="742950"/>
                  <a:pt x="653143" y="768489"/>
                  <a:pt x="653143" y="800100"/>
                </a:cubicBezTo>
                <a:cubicBezTo>
                  <a:pt x="653143" y="831711"/>
                  <a:pt x="623956" y="857250"/>
                  <a:pt x="587829" y="857250"/>
                </a:cubicBezTo>
                <a:cubicBezTo>
                  <a:pt x="551702" y="857250"/>
                  <a:pt x="522514" y="831711"/>
                  <a:pt x="522514" y="800100"/>
                </a:cubicBezTo>
                <a:cubicBezTo>
                  <a:pt x="522514" y="768489"/>
                  <a:pt x="551702" y="742950"/>
                  <a:pt x="587829" y="742950"/>
                </a:cubicBezTo>
                <a:close/>
                <a:moveTo>
                  <a:pt x="783771" y="800100"/>
                </a:moveTo>
                <a:cubicBezTo>
                  <a:pt x="783771" y="768489"/>
                  <a:pt x="812959" y="742950"/>
                  <a:pt x="849086" y="742950"/>
                </a:cubicBezTo>
                <a:cubicBezTo>
                  <a:pt x="885213" y="742950"/>
                  <a:pt x="914400" y="768489"/>
                  <a:pt x="914400" y="800100"/>
                </a:cubicBezTo>
                <a:cubicBezTo>
                  <a:pt x="914400" y="831711"/>
                  <a:pt x="885213" y="857250"/>
                  <a:pt x="849086" y="857250"/>
                </a:cubicBezTo>
                <a:cubicBezTo>
                  <a:pt x="812959" y="857250"/>
                  <a:pt x="783771" y="831711"/>
                  <a:pt x="783771" y="800100"/>
                </a:cubicBezTo>
                <a:close/>
                <a:moveTo>
                  <a:pt x="849086" y="628650"/>
                </a:moveTo>
                <a:cubicBezTo>
                  <a:pt x="813038" y="628650"/>
                  <a:pt x="783771" y="603042"/>
                  <a:pt x="783771" y="571500"/>
                </a:cubicBezTo>
                <a:cubicBezTo>
                  <a:pt x="783771" y="539958"/>
                  <a:pt x="813038" y="514350"/>
                  <a:pt x="849086" y="514350"/>
                </a:cubicBezTo>
                <a:cubicBezTo>
                  <a:pt x="885134" y="514350"/>
                  <a:pt x="914400" y="539958"/>
                  <a:pt x="914400" y="571500"/>
                </a:cubicBezTo>
                <a:cubicBezTo>
                  <a:pt x="914400" y="603042"/>
                  <a:pt x="885134" y="628650"/>
                  <a:pt x="849086" y="628650"/>
                </a:cubicBezTo>
                <a:close/>
                <a:moveTo>
                  <a:pt x="783771" y="685800"/>
                </a:moveTo>
                <a:cubicBezTo>
                  <a:pt x="783771" y="717342"/>
                  <a:pt x="754505" y="742950"/>
                  <a:pt x="718457" y="742950"/>
                </a:cubicBezTo>
                <a:cubicBezTo>
                  <a:pt x="682409" y="742950"/>
                  <a:pt x="653143" y="717342"/>
                  <a:pt x="653143" y="685800"/>
                </a:cubicBezTo>
                <a:cubicBezTo>
                  <a:pt x="653143" y="654258"/>
                  <a:pt x="682409" y="628650"/>
                  <a:pt x="718457" y="628650"/>
                </a:cubicBezTo>
                <a:cubicBezTo>
                  <a:pt x="754505" y="628650"/>
                  <a:pt x="783771" y="654258"/>
                  <a:pt x="783771" y="685800"/>
                </a:cubicBezTo>
                <a:close/>
              </a:path>
            </a:pathLst>
          </a:custGeom>
          <a:solidFill>
            <a:srgbClr val="003366"/>
          </a:solidFill>
          <a:ln/>
        </p:spPr>
      </p:sp>
      <p:sp>
        <p:nvSpPr>
          <p:cNvPr id="12" name="Text 8"/>
          <p:cNvSpPr/>
          <p:nvPr/>
        </p:nvSpPr>
        <p:spPr>
          <a:xfrm>
            <a:off x="6223000" y="787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 to share feedback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62000" y="8255000"/>
            <a:ext cx="14732000" cy="25400"/>
          </a:xfrm>
          <a:prstGeom prst="rect">
            <a:avLst/>
          </a:prstGeom>
          <a:solidFill>
            <a:srgbClr val="5B8DB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kebku4dowbeu/mnt/agents/upload/January%201_%20The%20IEEE%20Computer%20Group%20Becomes%20the%20IEEE%20Computer%20Society%20_%20%20This%20Day%20in%20Hi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" y="203200"/>
            <a:ext cx="1397000" cy="533400"/>
          </a:xfrm>
          <a:prstGeom prst="rect">
            <a:avLst/>
          </a:prstGeom>
        </p:spPr>
      </p:pic>
      <p:pic>
        <p:nvPicPr>
          <p:cNvPr id="3" name="Image 1" descr="https://kimi-img.moonshot.cn/pub/slides/okc/6kebku4dowbeu/mnt/agents/upload/WhatsApp%20Image%202026-07-14%20at%2010.41.44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27000" y="152400"/>
            <a:ext cx="2921000" cy="635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0" y="889000"/>
            <a:ext cx="14732000" cy="25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Shape 1"/>
          <p:cNvSpPr/>
          <p:nvPr/>
        </p:nvSpPr>
        <p:spPr>
          <a:xfrm>
            <a:off x="6223000" y="2540000"/>
            <a:ext cx="3810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2"/>
          <p:cNvSpPr/>
          <p:nvPr/>
        </p:nvSpPr>
        <p:spPr>
          <a:xfrm>
            <a:off x="304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spc="4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Shape 3"/>
          <p:cNvSpPr/>
          <p:nvPr/>
        </p:nvSpPr>
        <p:spPr>
          <a:xfrm>
            <a:off x="6223000" y="4318000"/>
            <a:ext cx="3810000" cy="38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4"/>
          <p:cNvSpPr/>
          <p:nvPr/>
        </p:nvSpPr>
        <p:spPr>
          <a:xfrm>
            <a:off x="3048000" y="469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being part of this momentous occasion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3683000" y="5715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200" kern="0" dirty="0">
                <a:solidFill>
                  <a:srgbClr val="003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IEEE STUDENT BRANCH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048000" y="6350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Bharati Vidyapeeth (Deemed to be University) Pune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683000" y="7112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spc="200" kern="0" dirty="0">
                <a:solidFill>
                  <a:srgbClr val="5B8D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ADVANCING TECHNOLOGY FOR HUMANITY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62000" y="8255000"/>
            <a:ext cx="14732000" cy="25400"/>
          </a:xfrm>
          <a:prstGeom prst="rect">
            <a:avLst/>
          </a:prstGeom>
          <a:solidFill>
            <a:srgbClr val="5B8DB8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IEEE Student Branch Inauguration</dc:title>
  <dc:subject>IEEE Student Branch Inauguration</dc:subject>
  <dc:creator>Kimi</dc:creator>
  <cp:lastModifiedBy>Kimi</cp:lastModifiedBy>
  <cp:revision>1</cp:revision>
  <dcterms:created xsi:type="dcterms:W3CDTF">2026-07-14T05:58:12Z</dcterms:created>
  <dcterms:modified xsi:type="dcterms:W3CDTF">2026-07-14T05:58:12Z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{"Label":"IEEE Student Branch Inauguration","ContentProducer":"001191110108MACG2KBH8F10000","ProduceID":"19f5f253-8772-8f43-8000-000031c51557","ReservedCode1":"","ContentPropagator":"001191110108MACG2KBH8F20000","PropagateID":"19f5f229-95a2-86a3-8000-09432b744a2c","ReservedCode2":""}</vt:lpwstr>
  </property>
</Properties>
</file>