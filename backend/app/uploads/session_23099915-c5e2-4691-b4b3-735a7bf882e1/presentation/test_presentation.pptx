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Warmly welcome all new hires. Inform them that the session is recorded for HR attendance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our commitment to safety. Explain that KONE employees are empowered to stop unsafe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portal credentials will arrive via email today. Complete the safety course by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KONE!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HR Onboarding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KONE Culture &amp; Core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Safety First</a:t>
            </a:r>
          </a:p>
          <a:p>
            <a:r>
              <a:t>- Customer Focus</a:t>
            </a:r>
          </a:p>
          <a:p>
            <a:r>
              <a:t>- Collaboration &amp;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Next Onboarding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Setup IT Portal Profile</a:t>
            </a:r>
          </a:p>
          <a:p>
            <a:r>
              <a:t>- Upload Bank details</a:t>
            </a:r>
          </a:p>
          <a:p>
            <a:r>
              <a:t>- Complete Mandatory Safety Course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